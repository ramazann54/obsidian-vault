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D47D0-F8CD-4F8A-ACF3-4A347327DF16}" type="datetimeFigureOut">
              <a:rPr lang="ru-RU" smtClean="0"/>
              <a:t>23.01.2026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A3EFF-CB80-4428-8760-5C4180C7A4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3601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D47D0-F8CD-4F8A-ACF3-4A347327DF16}" type="datetimeFigureOut">
              <a:rPr lang="ru-RU" smtClean="0"/>
              <a:t>23.01.2026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A3EFF-CB80-4428-8760-5C4180C7A4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2165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D47D0-F8CD-4F8A-ACF3-4A347327DF16}" type="datetimeFigureOut">
              <a:rPr lang="ru-RU" smtClean="0"/>
              <a:t>23.01.2026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A3EFF-CB80-4428-8760-5C4180C7A4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6302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D47D0-F8CD-4F8A-ACF3-4A347327DF16}" type="datetimeFigureOut">
              <a:rPr lang="ru-RU" smtClean="0"/>
              <a:t>23.01.2026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A3EFF-CB80-4428-8760-5C4180C7A4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9589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D47D0-F8CD-4F8A-ACF3-4A347327DF16}" type="datetimeFigureOut">
              <a:rPr lang="ru-RU" smtClean="0"/>
              <a:t>23.01.2026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A3EFF-CB80-4428-8760-5C4180C7A4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1450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D47D0-F8CD-4F8A-ACF3-4A347327DF16}" type="datetimeFigureOut">
              <a:rPr lang="ru-RU" smtClean="0"/>
              <a:t>23.01.2026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A3EFF-CB80-4428-8760-5C4180C7A4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6813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D47D0-F8CD-4F8A-ACF3-4A347327DF16}" type="datetimeFigureOut">
              <a:rPr lang="ru-RU" smtClean="0"/>
              <a:t>23.01.2026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A3EFF-CB80-4428-8760-5C4180C7A4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3694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D47D0-F8CD-4F8A-ACF3-4A347327DF16}" type="datetimeFigureOut">
              <a:rPr lang="ru-RU" smtClean="0"/>
              <a:t>23.01.2026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A3EFF-CB80-4428-8760-5C4180C7A4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5117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D47D0-F8CD-4F8A-ACF3-4A347327DF16}" type="datetimeFigureOut">
              <a:rPr lang="ru-RU" smtClean="0"/>
              <a:t>23.01.2026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A3EFF-CB80-4428-8760-5C4180C7A4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3670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D47D0-F8CD-4F8A-ACF3-4A347327DF16}" type="datetimeFigureOut">
              <a:rPr lang="ru-RU" smtClean="0"/>
              <a:t>23.01.2026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A3EFF-CB80-4428-8760-5C4180C7A4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2524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D47D0-F8CD-4F8A-ACF3-4A347327DF16}" type="datetimeFigureOut">
              <a:rPr lang="ru-RU" smtClean="0"/>
              <a:t>23.01.2026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A3EFF-CB80-4428-8760-5C4180C7A4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1418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ED47D0-F8CD-4F8A-ACF3-4A347327DF16}" type="datetimeFigureOut">
              <a:rPr lang="ru-RU" smtClean="0"/>
              <a:t>23.01.2026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EA3EFF-CB80-4428-8760-5C4180C7A4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0903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Пример текста ответа  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Создание контент провайдера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86648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Пример разработки </a:t>
            </a:r>
            <a:r>
              <a:rPr lang="en-US" dirty="0" smtClean="0"/>
              <a:t>Content Provider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/>
          </p:nvPr>
        </p:nvGraphicFramePr>
        <p:xfrm>
          <a:off x="1988102" y="4149080"/>
          <a:ext cx="7162800" cy="1727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81400">
                  <a:extLst>
                    <a:ext uri="{9D8B030D-6E8A-4147-A177-3AD203B41FA5}">
                      <a16:colId xmlns:a16="http://schemas.microsoft.com/office/drawing/2014/main" val="1321158470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8131179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1150" dirty="0">
                          <a:effectLst/>
                        </a:rPr>
                        <a:t>Компонент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1150">
                          <a:effectLst/>
                        </a:rPr>
                        <a:t>Описание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687397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1150">
                          <a:effectLst/>
                        </a:rPr>
                        <a:t>Authority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1150">
                          <a:effectLst/>
                        </a:rPr>
                        <a:t>Идентификатор провайдера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16616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1150">
                          <a:effectLst/>
                        </a:rPr>
                        <a:t>Path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1150">
                          <a:effectLst/>
                        </a:rPr>
                        <a:t>Тип данных или таблица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4104924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1150">
                          <a:effectLst/>
                        </a:rPr>
                        <a:t>ID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1150" dirty="0">
                          <a:effectLst/>
                        </a:rPr>
                        <a:t>Конкретная запись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466153776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3032" y="2760561"/>
            <a:ext cx="7357870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sz="1500" b="1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Для чего нужен </a:t>
            </a:r>
            <a:r>
              <a:rPr lang="ru-RU" altLang="ru-RU" sz="1500" b="1" dirty="0" err="1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Content</a:t>
            </a:r>
            <a:r>
              <a:rPr lang="ru-RU" altLang="ru-RU" sz="1500" b="1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lang="ru-RU" altLang="ru-RU" sz="1500" b="1" dirty="0" err="1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Provider</a:t>
            </a:r>
            <a:r>
              <a:rPr lang="ru-RU" altLang="ru-RU" sz="1500" b="1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?</a:t>
            </a:r>
            <a:endParaRPr lang="ru-RU" altLang="ru-RU" sz="600" dirty="0"/>
          </a:p>
          <a:p>
            <a:pPr>
              <a:buFontTx/>
              <a:buChar char="•"/>
            </a:pPr>
            <a:r>
              <a:rPr lang="ru-RU" altLang="ru-RU" sz="1200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Обмен данными между приложениями</a:t>
            </a:r>
            <a:endParaRPr lang="ru-RU" altLang="ru-RU" sz="600" dirty="0"/>
          </a:p>
          <a:p>
            <a:pPr>
              <a:buFontTx/>
              <a:buChar char="•"/>
            </a:pPr>
            <a:r>
              <a:rPr lang="ru-RU" altLang="ru-RU" sz="1200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Доступ к системным данным (контакты, календарь, медиа)</a:t>
            </a:r>
            <a:endParaRPr lang="ru-RU" altLang="ru-RU" sz="600" dirty="0"/>
          </a:p>
          <a:p>
            <a:pPr>
              <a:buFontTx/>
              <a:buChar char="•"/>
            </a:pPr>
            <a:r>
              <a:rPr lang="ru-RU" altLang="ru-RU" sz="1200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Безопасный доступ к данным через URI</a:t>
            </a:r>
            <a:endParaRPr lang="ru-RU" altLang="ru-RU" sz="600" dirty="0"/>
          </a:p>
          <a:p>
            <a:pPr>
              <a:buFontTx/>
              <a:buChar char="•"/>
            </a:pPr>
            <a:r>
              <a:rPr lang="ru-RU" altLang="ru-RU" sz="1200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Инкапсуляция логики работы с данными</a:t>
            </a:r>
            <a:endParaRPr lang="ru-RU" altLang="ru-RU" sz="600" dirty="0"/>
          </a:p>
          <a:p>
            <a:r>
              <a:rPr lang="ru-RU" altLang="ru-RU" sz="1500" b="1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2.</a:t>
            </a:r>
            <a:r>
              <a:rPr lang="ru-RU" altLang="ru-RU" sz="1500" b="1" dirty="0">
                <a:solidFill>
                  <a:srgbClr val="0F1115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 </a:t>
            </a:r>
            <a:r>
              <a:rPr lang="ru-RU" altLang="ru-RU" sz="1500" b="1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Ключевые компоненты</a:t>
            </a:r>
            <a:endParaRPr lang="ru-RU" altLang="ru-RU" sz="600" dirty="0"/>
          </a:p>
        </p:txBody>
      </p:sp>
    </p:spTree>
    <p:extLst>
      <p:ext uri="{BB962C8B-B14F-4D97-AF65-F5344CB8AC3E}">
        <p14:creationId xmlns:p14="http://schemas.microsoft.com/office/powerpoint/2010/main" val="4283967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🔧 Создание собственного </a:t>
            </a:r>
            <a:r>
              <a:rPr lang="ru-RU" b="1" dirty="0" err="1"/>
              <a:t>Content</a:t>
            </a:r>
            <a:r>
              <a:rPr lang="ru-RU" b="1" dirty="0"/>
              <a:t> </a:t>
            </a:r>
            <a:r>
              <a:rPr lang="ru-RU" b="1" dirty="0" err="1"/>
              <a:t>Provider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b="1" dirty="0" smtClean="0"/>
              <a:t>1</a:t>
            </a:r>
            <a:r>
              <a:rPr lang="ru-RU" b="1" dirty="0"/>
              <a:t>. Определение в AndroidManifest.xml</a:t>
            </a:r>
            <a:endParaRPr lang="ru-RU" dirty="0"/>
          </a:p>
          <a:p>
            <a:pPr marL="0" indent="0">
              <a:buNone/>
            </a:pPr>
            <a:r>
              <a:rPr lang="ru-RU" dirty="0" err="1"/>
              <a:t>xml</a:t>
            </a:r>
            <a:endParaRPr lang="ru-RU" dirty="0"/>
          </a:p>
          <a:p>
            <a:pPr marL="0" indent="0" latinLnBrk="1">
              <a:buNone/>
            </a:pPr>
            <a:r>
              <a:rPr lang="ru-RU" dirty="0"/>
              <a:t>&lt;</a:t>
            </a:r>
            <a:r>
              <a:rPr lang="ru-RU" dirty="0" err="1"/>
              <a:t>application</a:t>
            </a:r>
            <a:r>
              <a:rPr lang="ru-RU" dirty="0"/>
              <a:t>&gt;</a:t>
            </a:r>
          </a:p>
          <a:p>
            <a:pPr marL="0" indent="0" latinLnBrk="1">
              <a:buNone/>
            </a:pPr>
            <a:r>
              <a:rPr lang="ru-RU" dirty="0"/>
              <a:t>    &lt;</a:t>
            </a:r>
            <a:r>
              <a:rPr lang="ru-RU" dirty="0" err="1"/>
              <a:t>provider</a:t>
            </a:r>
            <a:endParaRPr lang="ru-RU" dirty="0"/>
          </a:p>
          <a:p>
            <a:pPr marL="0" indent="0" latinLnBrk="1">
              <a:buNone/>
            </a:pPr>
            <a:r>
              <a:rPr lang="ru-RU" dirty="0"/>
              <a:t>        </a:t>
            </a:r>
            <a:r>
              <a:rPr lang="ru-RU" dirty="0" err="1"/>
              <a:t>android:name</a:t>
            </a:r>
            <a:r>
              <a:rPr lang="ru-RU" dirty="0"/>
              <a:t>=".</a:t>
            </a:r>
            <a:r>
              <a:rPr lang="ru-RU" dirty="0" err="1"/>
              <a:t>MyContentProvider</a:t>
            </a:r>
            <a:r>
              <a:rPr lang="ru-RU" dirty="0"/>
              <a:t>"</a:t>
            </a:r>
          </a:p>
          <a:p>
            <a:pPr marL="0" indent="0" latinLnBrk="1">
              <a:buNone/>
            </a:pPr>
            <a:r>
              <a:rPr lang="en-US" dirty="0"/>
              <a:t>        </a:t>
            </a:r>
            <a:r>
              <a:rPr lang="en-US" dirty="0" err="1"/>
              <a:t>android:authorities</a:t>
            </a:r>
            <a:r>
              <a:rPr lang="en-US" dirty="0"/>
              <a:t>="</a:t>
            </a:r>
            <a:r>
              <a:rPr lang="en-US" dirty="0" err="1"/>
              <a:t>com.example.myapp.provider</a:t>
            </a:r>
            <a:r>
              <a:rPr lang="en-US" dirty="0"/>
              <a:t>"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</a:t>
            </a:r>
            <a:r>
              <a:rPr lang="en-US" dirty="0" err="1"/>
              <a:t>android:exported</a:t>
            </a:r>
            <a:r>
              <a:rPr lang="en-US" dirty="0"/>
              <a:t>="true"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</a:t>
            </a:r>
            <a:r>
              <a:rPr lang="en-US" dirty="0" err="1"/>
              <a:t>android:readPermission</a:t>
            </a:r>
            <a:r>
              <a:rPr lang="en-US" dirty="0"/>
              <a:t>="</a:t>
            </a:r>
            <a:r>
              <a:rPr lang="en-US" dirty="0" err="1"/>
              <a:t>com.example.myapp.READ_PERMISSION</a:t>
            </a:r>
            <a:r>
              <a:rPr lang="en-US" dirty="0"/>
              <a:t>"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</a:t>
            </a:r>
            <a:r>
              <a:rPr lang="en-US" dirty="0" err="1"/>
              <a:t>android:writePermission</a:t>
            </a:r>
            <a:r>
              <a:rPr lang="en-US" dirty="0"/>
              <a:t>="</a:t>
            </a:r>
            <a:r>
              <a:rPr lang="en-US" dirty="0" err="1"/>
              <a:t>com.example.myapp.WRITE_PERMISSION</a:t>
            </a:r>
            <a:r>
              <a:rPr lang="en-US" dirty="0"/>
              <a:t>" /&gt;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&lt;/application&gt;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 </a:t>
            </a:r>
            <a:endParaRPr lang="ru-RU" dirty="0"/>
          </a:p>
          <a:p>
            <a:pPr marL="0" indent="0" latinLnBrk="1">
              <a:buNone/>
            </a:pPr>
            <a:r>
              <a:rPr lang="en-US" i="1" dirty="0"/>
              <a:t>&lt;!-- </a:t>
            </a:r>
            <a:r>
              <a:rPr lang="ru-RU" i="1" dirty="0"/>
              <a:t>Разрешения</a:t>
            </a:r>
            <a:r>
              <a:rPr lang="en-US" i="1" dirty="0"/>
              <a:t> --&gt;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&lt;permission </a:t>
            </a:r>
            <a:r>
              <a:rPr lang="en-US" dirty="0" err="1"/>
              <a:t>android:name</a:t>
            </a:r>
            <a:r>
              <a:rPr lang="en-US" dirty="0"/>
              <a:t>="</a:t>
            </a:r>
            <a:r>
              <a:rPr lang="en-US" dirty="0" err="1"/>
              <a:t>com.example.myapp.READ_PERMISSION</a:t>
            </a:r>
            <a:r>
              <a:rPr lang="en-US" dirty="0"/>
              <a:t>" /&gt;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&lt;permission </a:t>
            </a:r>
            <a:r>
              <a:rPr lang="en-US" dirty="0" err="1"/>
              <a:t>android:name</a:t>
            </a:r>
            <a:r>
              <a:rPr lang="en-US" dirty="0"/>
              <a:t>="</a:t>
            </a:r>
            <a:r>
              <a:rPr lang="en-US" dirty="0" err="1"/>
              <a:t>com.example.myapp.WRITE_PERMISSION</a:t>
            </a:r>
            <a:r>
              <a:rPr lang="en-US" dirty="0"/>
              <a:t>" /&gt;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6463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. </a:t>
            </a:r>
            <a:r>
              <a:rPr lang="ru-RU" b="1" dirty="0"/>
              <a:t>Базовый класс</a:t>
            </a:r>
            <a:r>
              <a:rPr lang="en-US" b="1" dirty="0"/>
              <a:t> Content Provider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 latinLnBrk="1">
              <a:buNone/>
            </a:pPr>
            <a:r>
              <a:rPr lang="en-US" dirty="0" smtClean="0"/>
              <a:t>public </a:t>
            </a:r>
            <a:r>
              <a:rPr lang="en-US" dirty="0"/>
              <a:t>class </a:t>
            </a:r>
            <a:r>
              <a:rPr lang="en-US" dirty="0" err="1"/>
              <a:t>MyContentProvider</a:t>
            </a:r>
            <a:r>
              <a:rPr lang="en-US" dirty="0"/>
              <a:t> extends </a:t>
            </a:r>
            <a:r>
              <a:rPr lang="en-US" dirty="0" err="1"/>
              <a:t>ContentProvider</a:t>
            </a:r>
            <a:r>
              <a:rPr lang="en-US" dirty="0"/>
              <a:t> {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private static final String AUTHORITY = "</a:t>
            </a:r>
            <a:r>
              <a:rPr lang="en-US" dirty="0" err="1"/>
              <a:t>com.example.myapp.provider</a:t>
            </a:r>
            <a:r>
              <a:rPr lang="en-US" dirty="0"/>
              <a:t>";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private static final String BASE_PATH = "items";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public static final Uri CONTENT_URI = </a:t>
            </a:r>
            <a:r>
              <a:rPr lang="en-US" dirty="0" smtClean="0"/>
              <a:t> </a:t>
            </a:r>
            <a:r>
              <a:rPr lang="en-US" dirty="0" err="1"/>
              <a:t>Uri.parse</a:t>
            </a:r>
            <a:r>
              <a:rPr lang="en-US" dirty="0"/>
              <a:t>("content://" + AUTHORITY + "/" + BASE_PATH</a:t>
            </a:r>
            <a:r>
              <a:rPr lang="en-US" dirty="0" smtClean="0"/>
              <a:t>);   </a:t>
            </a:r>
            <a:endParaRPr lang="ru-RU" dirty="0"/>
          </a:p>
          <a:p>
            <a:pPr marL="0" indent="0" latinLnBrk="1">
              <a:buNone/>
            </a:pPr>
            <a:r>
              <a:rPr lang="en-US" b="1" dirty="0"/>
              <a:t>    </a:t>
            </a:r>
            <a:r>
              <a:rPr lang="en-US" b="1" i="1" dirty="0"/>
              <a:t>// MIME </a:t>
            </a:r>
            <a:r>
              <a:rPr lang="ru-RU" b="1" i="1" dirty="0"/>
              <a:t>типы</a:t>
            </a:r>
            <a:endParaRPr lang="ru-RU" b="1" dirty="0"/>
          </a:p>
          <a:p>
            <a:pPr marL="0" indent="0" latinLnBrk="1">
              <a:buNone/>
            </a:pPr>
            <a:r>
              <a:rPr lang="en-US" dirty="0"/>
              <a:t>    private static final String CONTENT_TYPE = </a:t>
            </a:r>
            <a:r>
              <a:rPr lang="en-US" dirty="0" smtClean="0"/>
              <a:t> </a:t>
            </a:r>
            <a:r>
              <a:rPr lang="en-US" dirty="0"/>
              <a:t>"</a:t>
            </a:r>
            <a:r>
              <a:rPr lang="en-US" dirty="0" err="1"/>
              <a:t>vnd.android.cursor.dir</a:t>
            </a:r>
            <a:r>
              <a:rPr lang="en-US" dirty="0"/>
              <a:t>/</a:t>
            </a:r>
            <a:r>
              <a:rPr lang="en-US" dirty="0" err="1"/>
              <a:t>vnd.com.example.items</a:t>
            </a:r>
            <a:r>
              <a:rPr lang="en-US" dirty="0"/>
              <a:t>";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private static final String CONTENT_ITEM_TYPE = </a:t>
            </a:r>
            <a:r>
              <a:rPr lang="en-US" dirty="0" smtClean="0"/>
              <a:t> </a:t>
            </a:r>
            <a:r>
              <a:rPr lang="en-US" dirty="0"/>
              <a:t>"</a:t>
            </a:r>
            <a:r>
              <a:rPr lang="en-US" dirty="0" err="1"/>
              <a:t>vnd.android.cursor.item</a:t>
            </a:r>
            <a:r>
              <a:rPr lang="en-US" dirty="0"/>
              <a:t>/</a:t>
            </a:r>
            <a:r>
              <a:rPr lang="en-US" dirty="0" err="1"/>
              <a:t>vnd.com.example.items</a:t>
            </a:r>
            <a:r>
              <a:rPr lang="en-US" dirty="0"/>
              <a:t>";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</a:t>
            </a:r>
            <a:r>
              <a:rPr lang="en-US" dirty="0" smtClean="0"/>
              <a:t>private </a:t>
            </a:r>
            <a:r>
              <a:rPr lang="en-US" dirty="0" err="1"/>
              <a:t>MySQLiteHelper</a:t>
            </a:r>
            <a:r>
              <a:rPr lang="en-US" dirty="0"/>
              <a:t> </a:t>
            </a:r>
            <a:r>
              <a:rPr lang="en-US" dirty="0" err="1"/>
              <a:t>dbHelper</a:t>
            </a:r>
            <a:r>
              <a:rPr lang="en-US" dirty="0"/>
              <a:t>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</a:t>
            </a:r>
            <a:r>
              <a:rPr lang="en-US" i="1" dirty="0"/>
              <a:t>// URI Matcher </a:t>
            </a:r>
            <a:r>
              <a:rPr lang="ru-RU" i="1" dirty="0"/>
              <a:t>для </a:t>
            </a:r>
            <a:r>
              <a:rPr lang="ru-RU" i="1" dirty="0" err="1"/>
              <a:t>роутинга</a:t>
            </a:r>
            <a:r>
              <a:rPr lang="ru-RU" i="1" dirty="0"/>
              <a:t> запросов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private static final </a:t>
            </a:r>
            <a:r>
              <a:rPr lang="en-US" dirty="0" err="1"/>
              <a:t>UriMatcher</a:t>
            </a:r>
            <a:r>
              <a:rPr lang="en-US" dirty="0"/>
              <a:t> </a:t>
            </a:r>
            <a:r>
              <a:rPr lang="en-US" dirty="0" err="1"/>
              <a:t>uriMatcher</a:t>
            </a:r>
            <a:r>
              <a:rPr lang="en-US" dirty="0"/>
              <a:t> = new </a:t>
            </a:r>
            <a:r>
              <a:rPr lang="en-US" dirty="0" err="1"/>
              <a:t>UriMatcher</a:t>
            </a:r>
            <a:r>
              <a:rPr lang="en-US" dirty="0"/>
              <a:t>(</a:t>
            </a:r>
            <a:r>
              <a:rPr lang="en-US" dirty="0" err="1"/>
              <a:t>UriMatcher.NO_MATCH</a:t>
            </a:r>
            <a:r>
              <a:rPr lang="en-US" dirty="0"/>
              <a:t>);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static {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</a:t>
            </a:r>
            <a:r>
              <a:rPr lang="en-US" dirty="0" err="1"/>
              <a:t>uriMatcher.addURI</a:t>
            </a:r>
            <a:r>
              <a:rPr lang="en-US" dirty="0"/>
              <a:t>(AUTHORITY, BASE_PATH, ITEMS);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</a:t>
            </a:r>
            <a:r>
              <a:rPr lang="en-US" dirty="0" err="1"/>
              <a:t>uriMatcher.addURI</a:t>
            </a:r>
            <a:r>
              <a:rPr lang="en-US" dirty="0"/>
              <a:t>(AUTHORITY, BASE_PATH + "/#", ITEM_ID</a:t>
            </a:r>
            <a:r>
              <a:rPr lang="en-US" dirty="0" smtClean="0"/>
              <a:t>);    </a:t>
            </a:r>
            <a:r>
              <a:rPr lang="en-US" dirty="0"/>
              <a:t>}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private static final </a:t>
            </a:r>
            <a:r>
              <a:rPr lang="en-US" dirty="0" err="1"/>
              <a:t>int</a:t>
            </a:r>
            <a:r>
              <a:rPr lang="en-US" dirty="0"/>
              <a:t> ITEMS = 1;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private static final </a:t>
            </a:r>
            <a:r>
              <a:rPr lang="en-US" dirty="0" err="1"/>
              <a:t>int</a:t>
            </a:r>
            <a:r>
              <a:rPr lang="en-US" dirty="0"/>
              <a:t> ITEM_ID = 2;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@Override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public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onCreate</a:t>
            </a:r>
            <a:r>
              <a:rPr lang="en-US" dirty="0"/>
              <a:t>() {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</a:t>
            </a:r>
            <a:r>
              <a:rPr lang="en-US" dirty="0" err="1"/>
              <a:t>dbHelper</a:t>
            </a:r>
            <a:r>
              <a:rPr lang="en-US" dirty="0"/>
              <a:t> = new </a:t>
            </a:r>
            <a:r>
              <a:rPr lang="en-US" dirty="0" err="1"/>
              <a:t>MySQLiteHelper</a:t>
            </a:r>
            <a:r>
              <a:rPr lang="en-US" dirty="0"/>
              <a:t>(</a:t>
            </a:r>
            <a:r>
              <a:rPr lang="en-US" dirty="0" err="1"/>
              <a:t>getContext</a:t>
            </a:r>
            <a:r>
              <a:rPr lang="en-US" dirty="0"/>
              <a:t>());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return true</a:t>
            </a:r>
            <a:r>
              <a:rPr lang="en-US" dirty="0" smtClean="0"/>
              <a:t>;    }}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88312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3. </a:t>
            </a:r>
            <a:r>
              <a:rPr lang="ru-RU" b="1" dirty="0"/>
              <a:t>Реализация</a:t>
            </a:r>
            <a:r>
              <a:rPr lang="en-US" b="1" dirty="0"/>
              <a:t> CRUD </a:t>
            </a:r>
            <a:r>
              <a:rPr lang="ru-RU" b="1" dirty="0" smtClean="0"/>
              <a:t>операций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03512" y="1600200"/>
            <a:ext cx="8507288" cy="5069160"/>
          </a:xfrm>
        </p:spPr>
        <p:txBody>
          <a:bodyPr>
            <a:normAutofit fontScale="25000" lnSpcReduction="20000"/>
          </a:bodyPr>
          <a:lstStyle/>
          <a:p>
            <a:pPr marL="0" indent="0" latinLnBrk="1">
              <a:buNone/>
            </a:pPr>
            <a:r>
              <a:rPr lang="en-US" dirty="0" smtClean="0"/>
              <a:t>public </a:t>
            </a:r>
            <a:r>
              <a:rPr lang="en-US" dirty="0"/>
              <a:t>class </a:t>
            </a:r>
            <a:r>
              <a:rPr lang="en-US" dirty="0" err="1"/>
              <a:t>MyContentProvider</a:t>
            </a:r>
            <a:r>
              <a:rPr lang="en-US" dirty="0"/>
              <a:t> extends </a:t>
            </a:r>
            <a:r>
              <a:rPr lang="en-US" dirty="0" err="1"/>
              <a:t>ContentProvider</a:t>
            </a:r>
            <a:r>
              <a:rPr lang="en-US" dirty="0"/>
              <a:t> </a:t>
            </a:r>
            <a:r>
              <a:rPr lang="en-US" dirty="0" smtClean="0"/>
              <a:t>{    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@Override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public Cursor query(Uri </a:t>
            </a:r>
            <a:r>
              <a:rPr lang="en-US" dirty="0" err="1"/>
              <a:t>uri</a:t>
            </a:r>
            <a:r>
              <a:rPr lang="en-US" dirty="0"/>
              <a:t>, String[] projection, String selection,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            String[] </a:t>
            </a:r>
            <a:r>
              <a:rPr lang="en-US" dirty="0" err="1"/>
              <a:t>selectionArgs</a:t>
            </a:r>
            <a:r>
              <a:rPr lang="en-US" dirty="0"/>
              <a:t>, String </a:t>
            </a:r>
            <a:r>
              <a:rPr lang="en-US" dirty="0" err="1"/>
              <a:t>sortOrder</a:t>
            </a:r>
            <a:r>
              <a:rPr lang="en-US" dirty="0"/>
              <a:t>) </a:t>
            </a:r>
            <a:r>
              <a:rPr lang="en-US" dirty="0" smtClean="0"/>
              <a:t>{     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</a:t>
            </a:r>
            <a:r>
              <a:rPr lang="en-US" dirty="0" err="1"/>
              <a:t>SQLiteDatabase</a:t>
            </a:r>
            <a:r>
              <a:rPr lang="en-US" dirty="0"/>
              <a:t> </a:t>
            </a:r>
            <a:r>
              <a:rPr lang="en-US" dirty="0" err="1"/>
              <a:t>db</a:t>
            </a:r>
            <a:r>
              <a:rPr lang="en-US" dirty="0"/>
              <a:t> = </a:t>
            </a:r>
            <a:r>
              <a:rPr lang="en-US" dirty="0" err="1"/>
              <a:t>dbHelper.getReadableDatabase</a:t>
            </a:r>
            <a:r>
              <a:rPr lang="en-US" dirty="0"/>
              <a:t>();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Cursor </a:t>
            </a:r>
            <a:r>
              <a:rPr lang="en-US" dirty="0" err="1"/>
              <a:t>cursor</a:t>
            </a:r>
            <a:r>
              <a:rPr lang="en-US" dirty="0"/>
              <a:t>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switch (</a:t>
            </a:r>
            <a:r>
              <a:rPr lang="en-US" dirty="0" err="1"/>
              <a:t>uriMatcher.match</a:t>
            </a:r>
            <a:r>
              <a:rPr lang="en-US" dirty="0"/>
              <a:t>(</a:t>
            </a:r>
            <a:r>
              <a:rPr lang="en-US" dirty="0" err="1"/>
              <a:t>uri</a:t>
            </a:r>
            <a:r>
              <a:rPr lang="en-US" dirty="0"/>
              <a:t>)) {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case ITEMS: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    cursor = </a:t>
            </a:r>
            <a:r>
              <a:rPr lang="en-US" dirty="0" err="1"/>
              <a:t>db.query</a:t>
            </a:r>
            <a:r>
              <a:rPr lang="en-US" dirty="0"/>
              <a:t>(</a:t>
            </a:r>
            <a:r>
              <a:rPr lang="en-US" dirty="0" err="1"/>
              <a:t>MySQLiteHelper.TABLE_ITEMS</a:t>
            </a:r>
            <a:r>
              <a:rPr lang="en-US" dirty="0"/>
              <a:t>, 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        projection, selection, </a:t>
            </a:r>
            <a:r>
              <a:rPr lang="en-US" dirty="0" err="1"/>
              <a:t>selectionArgs</a:t>
            </a:r>
            <a:r>
              <a:rPr lang="en-US" dirty="0"/>
              <a:t>, null, null, </a:t>
            </a:r>
            <a:r>
              <a:rPr lang="en-US" dirty="0" err="1"/>
              <a:t>sortOrder</a:t>
            </a:r>
            <a:r>
              <a:rPr lang="en-US" dirty="0"/>
              <a:t>);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    break;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    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case ITEM_ID: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    String id = </a:t>
            </a:r>
            <a:r>
              <a:rPr lang="en-US" dirty="0" err="1"/>
              <a:t>uri.getLastPathSegment</a:t>
            </a:r>
            <a:r>
              <a:rPr lang="en-US" dirty="0"/>
              <a:t>();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    cursor = </a:t>
            </a:r>
            <a:r>
              <a:rPr lang="en-US" dirty="0" err="1"/>
              <a:t>db.query</a:t>
            </a:r>
            <a:r>
              <a:rPr lang="en-US" dirty="0"/>
              <a:t>(</a:t>
            </a:r>
            <a:r>
              <a:rPr lang="en-US" dirty="0" err="1"/>
              <a:t>MySQLiteHelper.TABLE_ITEMS</a:t>
            </a:r>
            <a:r>
              <a:rPr lang="en-US" dirty="0"/>
              <a:t>, projection,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        </a:t>
            </a:r>
            <a:r>
              <a:rPr lang="en-US" dirty="0" err="1"/>
              <a:t>MySQLiteHelper.COLUMN_ID</a:t>
            </a:r>
            <a:r>
              <a:rPr lang="en-US" dirty="0"/>
              <a:t> + " = ?", new String[]{id}, 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        null, null, </a:t>
            </a:r>
            <a:r>
              <a:rPr lang="en-US" dirty="0" err="1"/>
              <a:t>sortOrder</a:t>
            </a:r>
            <a:r>
              <a:rPr lang="en-US" dirty="0"/>
              <a:t>);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    break</a:t>
            </a:r>
            <a:r>
              <a:rPr lang="en-US" dirty="0" smtClean="0"/>
              <a:t>;   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default: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    throw new </a:t>
            </a:r>
            <a:r>
              <a:rPr lang="en-US" dirty="0" err="1"/>
              <a:t>IllegalArgumentException</a:t>
            </a:r>
            <a:r>
              <a:rPr lang="en-US" dirty="0"/>
              <a:t>("Unknown URI: " + </a:t>
            </a:r>
            <a:r>
              <a:rPr lang="en-US" dirty="0" err="1"/>
              <a:t>uri</a:t>
            </a:r>
            <a:r>
              <a:rPr lang="en-US" dirty="0" smtClean="0"/>
              <a:t>);        }    </a:t>
            </a:r>
            <a:endParaRPr lang="ru-RU" dirty="0"/>
          </a:p>
          <a:p>
            <a:pPr marL="0" indent="0" latinLnBrk="1">
              <a:buNone/>
            </a:pPr>
            <a:r>
              <a:rPr lang="en-US" b="1" dirty="0"/>
              <a:t>        </a:t>
            </a:r>
            <a:r>
              <a:rPr lang="en-US" b="1" i="1" dirty="0"/>
              <a:t>// </a:t>
            </a:r>
            <a:r>
              <a:rPr lang="ru-RU" b="1" i="1" dirty="0"/>
              <a:t>Уведомление об изменениях данных</a:t>
            </a:r>
            <a:endParaRPr lang="ru-RU" b="1" dirty="0"/>
          </a:p>
          <a:p>
            <a:pPr marL="0" indent="0" latinLnBrk="1">
              <a:buNone/>
            </a:pPr>
            <a:r>
              <a:rPr lang="en-US" dirty="0"/>
              <a:t>        </a:t>
            </a:r>
            <a:r>
              <a:rPr lang="en-US" dirty="0" err="1"/>
              <a:t>cursor.setNotificationUri</a:t>
            </a:r>
            <a:r>
              <a:rPr lang="en-US" dirty="0"/>
              <a:t>(</a:t>
            </a:r>
            <a:r>
              <a:rPr lang="en-US" dirty="0" err="1"/>
              <a:t>getContext</a:t>
            </a:r>
            <a:r>
              <a:rPr lang="en-US" dirty="0"/>
              <a:t>().</a:t>
            </a:r>
            <a:r>
              <a:rPr lang="en-US" dirty="0" err="1"/>
              <a:t>getContentResolver</a:t>
            </a:r>
            <a:r>
              <a:rPr lang="en-US" dirty="0"/>
              <a:t>(), </a:t>
            </a:r>
            <a:r>
              <a:rPr lang="en-US" dirty="0" err="1"/>
              <a:t>uri</a:t>
            </a:r>
            <a:r>
              <a:rPr lang="en-US" dirty="0"/>
              <a:t>);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return cursor</a:t>
            </a:r>
            <a:r>
              <a:rPr lang="en-US" dirty="0" smtClean="0"/>
              <a:t>;    </a:t>
            </a:r>
            <a:r>
              <a:rPr lang="en-US" dirty="0"/>
              <a:t>}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3142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0" indent="0" latinLnBrk="1">
              <a:buNone/>
            </a:pPr>
            <a:r>
              <a:rPr lang="en-US" dirty="0"/>
              <a:t>@Override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public Uri insert(Uri </a:t>
            </a:r>
            <a:r>
              <a:rPr lang="en-US" dirty="0" err="1"/>
              <a:t>uri</a:t>
            </a:r>
            <a:r>
              <a:rPr lang="en-US" dirty="0"/>
              <a:t>, </a:t>
            </a:r>
            <a:r>
              <a:rPr lang="en-US" dirty="0" err="1"/>
              <a:t>ContentValues</a:t>
            </a:r>
            <a:r>
              <a:rPr lang="en-US" dirty="0"/>
              <a:t> values) {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</a:t>
            </a:r>
            <a:r>
              <a:rPr lang="en-US" dirty="0" err="1"/>
              <a:t>SQLiteDatabase</a:t>
            </a:r>
            <a:r>
              <a:rPr lang="en-US" dirty="0"/>
              <a:t> </a:t>
            </a:r>
            <a:r>
              <a:rPr lang="en-US" dirty="0" err="1"/>
              <a:t>db</a:t>
            </a:r>
            <a:r>
              <a:rPr lang="en-US" dirty="0"/>
              <a:t> = </a:t>
            </a:r>
            <a:r>
              <a:rPr lang="en-US" dirty="0" err="1"/>
              <a:t>dbHelper.getWritableDatabase</a:t>
            </a:r>
            <a:r>
              <a:rPr lang="en-US" dirty="0"/>
              <a:t>();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long id;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switch (</a:t>
            </a:r>
            <a:r>
              <a:rPr lang="en-US" dirty="0" err="1"/>
              <a:t>uriMatcher.match</a:t>
            </a:r>
            <a:r>
              <a:rPr lang="en-US" dirty="0"/>
              <a:t>(</a:t>
            </a:r>
            <a:r>
              <a:rPr lang="en-US" dirty="0" err="1"/>
              <a:t>uri</a:t>
            </a:r>
            <a:r>
              <a:rPr lang="en-US" dirty="0"/>
              <a:t>)) {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case ITEMS: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    id = </a:t>
            </a:r>
            <a:r>
              <a:rPr lang="en-US" dirty="0" err="1"/>
              <a:t>db.insert</a:t>
            </a:r>
            <a:r>
              <a:rPr lang="en-US" dirty="0"/>
              <a:t>(</a:t>
            </a:r>
            <a:r>
              <a:rPr lang="en-US" dirty="0" err="1"/>
              <a:t>MySQLiteHelper.TABLE_ITEMS</a:t>
            </a:r>
            <a:r>
              <a:rPr lang="en-US" dirty="0"/>
              <a:t>, null, values);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    break;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    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default: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    throw new </a:t>
            </a:r>
            <a:r>
              <a:rPr lang="en-US" dirty="0" err="1"/>
              <a:t>IllegalArgumentException</a:t>
            </a:r>
            <a:r>
              <a:rPr lang="en-US" dirty="0"/>
              <a:t>("Unknown URI: " + </a:t>
            </a:r>
            <a:r>
              <a:rPr lang="en-US" dirty="0" err="1"/>
              <a:t>uri</a:t>
            </a:r>
            <a:r>
              <a:rPr lang="en-US" dirty="0" smtClean="0"/>
              <a:t>);        </a:t>
            </a:r>
            <a:r>
              <a:rPr lang="en-US" dirty="0"/>
              <a:t>}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</a:t>
            </a:r>
            <a:endParaRPr lang="ru-RU" b="1" dirty="0"/>
          </a:p>
          <a:p>
            <a:pPr marL="0" indent="0" latinLnBrk="1">
              <a:buNone/>
            </a:pPr>
            <a:r>
              <a:rPr lang="en-US" b="1" dirty="0"/>
              <a:t>        </a:t>
            </a:r>
            <a:r>
              <a:rPr lang="en-US" b="1" i="1" dirty="0"/>
              <a:t>// </a:t>
            </a:r>
            <a:r>
              <a:rPr lang="ru-RU" b="1" i="1" dirty="0"/>
              <a:t>Уведомляем об изменении данных</a:t>
            </a:r>
            <a:endParaRPr lang="ru-RU" b="1" dirty="0"/>
          </a:p>
          <a:p>
            <a:pPr marL="0" indent="0" latinLnBrk="1">
              <a:buNone/>
            </a:pPr>
            <a:r>
              <a:rPr lang="en-US" dirty="0"/>
              <a:t>        </a:t>
            </a:r>
            <a:r>
              <a:rPr lang="en-US" dirty="0" err="1"/>
              <a:t>getContext</a:t>
            </a:r>
            <a:r>
              <a:rPr lang="en-US" dirty="0"/>
              <a:t>().</a:t>
            </a:r>
            <a:r>
              <a:rPr lang="en-US" dirty="0" err="1"/>
              <a:t>getContentResolver</a:t>
            </a:r>
            <a:r>
              <a:rPr lang="en-US" dirty="0"/>
              <a:t>().</a:t>
            </a:r>
            <a:r>
              <a:rPr lang="en-US" dirty="0" err="1"/>
              <a:t>notifyChange</a:t>
            </a:r>
            <a:r>
              <a:rPr lang="en-US" dirty="0"/>
              <a:t>(</a:t>
            </a:r>
            <a:r>
              <a:rPr lang="en-US" dirty="0" err="1"/>
              <a:t>uri</a:t>
            </a:r>
            <a:r>
              <a:rPr lang="en-US" dirty="0"/>
              <a:t>, null);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return </a:t>
            </a:r>
            <a:r>
              <a:rPr lang="en-US" dirty="0" err="1"/>
              <a:t>ContentUris.withAppendedId</a:t>
            </a:r>
            <a:r>
              <a:rPr lang="en-US" dirty="0"/>
              <a:t>(</a:t>
            </a:r>
            <a:r>
              <a:rPr lang="en-US" dirty="0" err="1"/>
              <a:t>uri</a:t>
            </a:r>
            <a:r>
              <a:rPr lang="en-US" dirty="0"/>
              <a:t>, id</a:t>
            </a:r>
            <a:r>
              <a:rPr lang="en-US" dirty="0" smtClean="0"/>
              <a:t>);    </a:t>
            </a:r>
            <a:r>
              <a:rPr lang="en-US" dirty="0"/>
              <a:t>}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6657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update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 latinLnBrk="1">
              <a:buNone/>
            </a:pPr>
            <a:r>
              <a:rPr lang="en-US" dirty="0"/>
              <a:t>@Override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public </a:t>
            </a:r>
            <a:r>
              <a:rPr lang="en-US" dirty="0" err="1"/>
              <a:t>int</a:t>
            </a:r>
            <a:r>
              <a:rPr lang="en-US" dirty="0"/>
              <a:t> update(Uri </a:t>
            </a:r>
            <a:r>
              <a:rPr lang="en-US" dirty="0" err="1"/>
              <a:t>uri</a:t>
            </a:r>
            <a:r>
              <a:rPr lang="en-US" dirty="0"/>
              <a:t>, </a:t>
            </a:r>
            <a:r>
              <a:rPr lang="en-US" dirty="0" err="1"/>
              <a:t>ContentValues</a:t>
            </a:r>
            <a:r>
              <a:rPr lang="en-US" dirty="0"/>
              <a:t> values, String selection,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          String[] </a:t>
            </a:r>
            <a:r>
              <a:rPr lang="en-US" dirty="0" err="1"/>
              <a:t>selectionArgs</a:t>
            </a:r>
            <a:r>
              <a:rPr lang="en-US" dirty="0"/>
              <a:t>) {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</a:t>
            </a:r>
            <a:r>
              <a:rPr lang="en-US" dirty="0" err="1"/>
              <a:t>SQLiteDatabase</a:t>
            </a:r>
            <a:r>
              <a:rPr lang="en-US" dirty="0"/>
              <a:t> </a:t>
            </a:r>
            <a:r>
              <a:rPr lang="en-US" dirty="0" err="1"/>
              <a:t>db</a:t>
            </a:r>
            <a:r>
              <a:rPr lang="en-US" dirty="0"/>
              <a:t> = </a:t>
            </a:r>
            <a:r>
              <a:rPr lang="en-US" dirty="0" err="1"/>
              <a:t>dbHelper.getWritableDatabase</a:t>
            </a:r>
            <a:r>
              <a:rPr lang="en-US" dirty="0"/>
              <a:t>();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rowsUpdated</a:t>
            </a:r>
            <a:r>
              <a:rPr lang="en-US" dirty="0"/>
              <a:t>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switch (</a:t>
            </a:r>
            <a:r>
              <a:rPr lang="en-US" dirty="0" err="1"/>
              <a:t>uriMatcher.match</a:t>
            </a:r>
            <a:r>
              <a:rPr lang="en-US" dirty="0"/>
              <a:t>(</a:t>
            </a:r>
            <a:r>
              <a:rPr lang="en-US" dirty="0" err="1"/>
              <a:t>uri</a:t>
            </a:r>
            <a:r>
              <a:rPr lang="en-US" dirty="0"/>
              <a:t>)) {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case ITEMS: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    </a:t>
            </a:r>
            <a:r>
              <a:rPr lang="en-US" dirty="0" err="1"/>
              <a:t>rowsUpdated</a:t>
            </a:r>
            <a:r>
              <a:rPr lang="en-US" dirty="0"/>
              <a:t> = </a:t>
            </a:r>
            <a:r>
              <a:rPr lang="en-US" dirty="0" err="1"/>
              <a:t>db.update</a:t>
            </a:r>
            <a:r>
              <a:rPr lang="en-US" dirty="0"/>
              <a:t>(</a:t>
            </a:r>
            <a:r>
              <a:rPr lang="en-US" dirty="0" err="1"/>
              <a:t>MySQLiteHelper.TABLE_ITEMS</a:t>
            </a:r>
            <a:r>
              <a:rPr lang="en-US" dirty="0"/>
              <a:t>, 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        values, selection, </a:t>
            </a:r>
            <a:r>
              <a:rPr lang="en-US" dirty="0" err="1"/>
              <a:t>selectionArgs</a:t>
            </a:r>
            <a:r>
              <a:rPr lang="en-US" dirty="0"/>
              <a:t>);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    break;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    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case ITEM_ID: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    String id = </a:t>
            </a:r>
            <a:r>
              <a:rPr lang="en-US" dirty="0" err="1"/>
              <a:t>uri.getLastPathSegment</a:t>
            </a:r>
            <a:r>
              <a:rPr lang="en-US" dirty="0"/>
              <a:t>();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    </a:t>
            </a:r>
            <a:r>
              <a:rPr lang="en-US" dirty="0" err="1"/>
              <a:t>rowsUpdated</a:t>
            </a:r>
            <a:r>
              <a:rPr lang="en-US" dirty="0"/>
              <a:t> = </a:t>
            </a:r>
            <a:r>
              <a:rPr lang="en-US" dirty="0" err="1"/>
              <a:t>db.update</a:t>
            </a:r>
            <a:r>
              <a:rPr lang="en-US" dirty="0"/>
              <a:t>(</a:t>
            </a:r>
            <a:r>
              <a:rPr lang="en-US" dirty="0" err="1"/>
              <a:t>MySQLiteHelper.TABLE_ITEMS</a:t>
            </a:r>
            <a:r>
              <a:rPr lang="en-US" dirty="0"/>
              <a:t>, values,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        </a:t>
            </a:r>
            <a:r>
              <a:rPr lang="en-US" dirty="0" err="1"/>
              <a:t>MySQLiteHelper.COLUMN_ID</a:t>
            </a:r>
            <a:r>
              <a:rPr lang="en-US" dirty="0"/>
              <a:t> + " = ?", new String[]{id});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    break;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    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default: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    throw new </a:t>
            </a:r>
            <a:r>
              <a:rPr lang="en-US" dirty="0" err="1"/>
              <a:t>IllegalArgumentException</a:t>
            </a:r>
            <a:r>
              <a:rPr lang="en-US" dirty="0"/>
              <a:t>("Unknown URI: " + </a:t>
            </a:r>
            <a:r>
              <a:rPr lang="en-US" dirty="0" err="1"/>
              <a:t>uri</a:t>
            </a:r>
            <a:r>
              <a:rPr lang="en-US" dirty="0" smtClean="0"/>
              <a:t>);        </a:t>
            </a:r>
            <a:r>
              <a:rPr lang="en-US" dirty="0"/>
              <a:t>}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if (</a:t>
            </a:r>
            <a:r>
              <a:rPr lang="en-US" dirty="0" err="1"/>
              <a:t>rowsUpdated</a:t>
            </a:r>
            <a:r>
              <a:rPr lang="en-US" dirty="0"/>
              <a:t> &gt; 0) {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</a:t>
            </a:r>
            <a:r>
              <a:rPr lang="en-US" dirty="0" err="1"/>
              <a:t>getContext</a:t>
            </a:r>
            <a:r>
              <a:rPr lang="en-US" dirty="0"/>
              <a:t>().</a:t>
            </a:r>
            <a:r>
              <a:rPr lang="en-US" dirty="0" err="1"/>
              <a:t>getContentResolver</a:t>
            </a:r>
            <a:r>
              <a:rPr lang="en-US" dirty="0"/>
              <a:t>().</a:t>
            </a:r>
            <a:r>
              <a:rPr lang="en-US" dirty="0" err="1"/>
              <a:t>notifyChange</a:t>
            </a:r>
            <a:r>
              <a:rPr lang="en-US" dirty="0"/>
              <a:t>(</a:t>
            </a:r>
            <a:r>
              <a:rPr lang="en-US" dirty="0" err="1"/>
              <a:t>uri</a:t>
            </a:r>
            <a:r>
              <a:rPr lang="en-US" dirty="0"/>
              <a:t>, null);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}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return </a:t>
            </a:r>
            <a:r>
              <a:rPr lang="en-US" dirty="0" err="1"/>
              <a:t>rowsUpdated</a:t>
            </a:r>
            <a:r>
              <a:rPr lang="en-US" dirty="0" smtClean="0"/>
              <a:t>;    </a:t>
            </a:r>
            <a:r>
              <a:rPr lang="en-US" dirty="0"/>
              <a:t>}</a:t>
            </a:r>
            <a:endParaRPr lang="ru-RU" dirty="0"/>
          </a:p>
          <a:p>
            <a:pPr marL="0" indent="0" latinLnBrk="1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40566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75520" y="1600200"/>
            <a:ext cx="8435280" cy="4997152"/>
          </a:xfrm>
        </p:spPr>
        <p:txBody>
          <a:bodyPr>
            <a:normAutofit fontScale="25000" lnSpcReduction="20000"/>
          </a:bodyPr>
          <a:lstStyle/>
          <a:p>
            <a:pPr marL="0" indent="0" latinLnBrk="1">
              <a:buNone/>
            </a:pPr>
            <a:r>
              <a:rPr lang="en-US" dirty="0"/>
              <a:t>@Override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public </a:t>
            </a:r>
            <a:r>
              <a:rPr lang="en-US" dirty="0" err="1"/>
              <a:t>int</a:t>
            </a:r>
            <a:r>
              <a:rPr lang="en-US" dirty="0"/>
              <a:t> delete(Uri </a:t>
            </a:r>
            <a:r>
              <a:rPr lang="en-US" dirty="0" err="1"/>
              <a:t>uri</a:t>
            </a:r>
            <a:r>
              <a:rPr lang="en-US" dirty="0"/>
              <a:t>, String selection, String[] </a:t>
            </a:r>
            <a:r>
              <a:rPr lang="en-US" dirty="0" err="1"/>
              <a:t>selectionArgs</a:t>
            </a:r>
            <a:r>
              <a:rPr lang="en-US" dirty="0"/>
              <a:t>) {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</a:t>
            </a:r>
            <a:r>
              <a:rPr lang="en-US" dirty="0" err="1"/>
              <a:t>SQLiteDatabase</a:t>
            </a:r>
            <a:r>
              <a:rPr lang="en-US" dirty="0"/>
              <a:t> </a:t>
            </a:r>
            <a:r>
              <a:rPr lang="en-US" dirty="0" err="1"/>
              <a:t>db</a:t>
            </a:r>
            <a:r>
              <a:rPr lang="en-US" dirty="0"/>
              <a:t> = </a:t>
            </a:r>
            <a:r>
              <a:rPr lang="en-US" dirty="0" err="1"/>
              <a:t>dbHelper.getWritableDatabase</a:t>
            </a:r>
            <a:r>
              <a:rPr lang="en-US" dirty="0"/>
              <a:t>();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rowsDeleted</a:t>
            </a:r>
            <a:r>
              <a:rPr lang="en-US" dirty="0" smtClean="0"/>
              <a:t>;      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switch (</a:t>
            </a:r>
            <a:r>
              <a:rPr lang="en-US" dirty="0" err="1"/>
              <a:t>uriMatcher.match</a:t>
            </a:r>
            <a:r>
              <a:rPr lang="en-US" dirty="0"/>
              <a:t>(</a:t>
            </a:r>
            <a:r>
              <a:rPr lang="en-US" dirty="0" err="1"/>
              <a:t>uri</a:t>
            </a:r>
            <a:r>
              <a:rPr lang="en-US" dirty="0"/>
              <a:t>)) {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case ITEMS: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    </a:t>
            </a:r>
            <a:r>
              <a:rPr lang="en-US" dirty="0" err="1"/>
              <a:t>rowsDeleted</a:t>
            </a:r>
            <a:r>
              <a:rPr lang="en-US" dirty="0"/>
              <a:t> = </a:t>
            </a:r>
            <a:r>
              <a:rPr lang="en-US" dirty="0" err="1"/>
              <a:t>db.delete</a:t>
            </a:r>
            <a:r>
              <a:rPr lang="en-US" dirty="0"/>
              <a:t>(</a:t>
            </a:r>
            <a:r>
              <a:rPr lang="en-US" dirty="0" err="1"/>
              <a:t>MySQLiteHelper.TABLE_ITEMS</a:t>
            </a:r>
            <a:r>
              <a:rPr lang="en-US" dirty="0"/>
              <a:t>, 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        selection, </a:t>
            </a:r>
            <a:r>
              <a:rPr lang="en-US" dirty="0" err="1"/>
              <a:t>selectionArgs</a:t>
            </a:r>
            <a:r>
              <a:rPr lang="en-US" dirty="0"/>
              <a:t>);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    break;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    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case ITEM_ID: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    String id = </a:t>
            </a:r>
            <a:r>
              <a:rPr lang="en-US" dirty="0" err="1"/>
              <a:t>uri.getLastPathSegment</a:t>
            </a:r>
            <a:r>
              <a:rPr lang="en-US" dirty="0"/>
              <a:t>();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    </a:t>
            </a:r>
            <a:r>
              <a:rPr lang="en-US" dirty="0" err="1"/>
              <a:t>rowsDeleted</a:t>
            </a:r>
            <a:r>
              <a:rPr lang="en-US" dirty="0"/>
              <a:t> = </a:t>
            </a:r>
            <a:r>
              <a:rPr lang="en-US" dirty="0" err="1"/>
              <a:t>db.delete</a:t>
            </a:r>
            <a:r>
              <a:rPr lang="en-US" dirty="0"/>
              <a:t>(</a:t>
            </a:r>
            <a:r>
              <a:rPr lang="en-US" dirty="0" err="1"/>
              <a:t>MySQLiteHelper.TABLE_ITEMS</a:t>
            </a:r>
            <a:r>
              <a:rPr lang="en-US" dirty="0"/>
              <a:t>,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        </a:t>
            </a:r>
            <a:r>
              <a:rPr lang="en-US" dirty="0" err="1"/>
              <a:t>MySQLiteHelper.COLUMN_ID</a:t>
            </a:r>
            <a:r>
              <a:rPr lang="en-US" dirty="0"/>
              <a:t> + " = ?", new String[]{id});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    break;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    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default: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    throw new </a:t>
            </a:r>
            <a:r>
              <a:rPr lang="en-US" dirty="0" err="1"/>
              <a:t>IllegalArgumentException</a:t>
            </a:r>
            <a:r>
              <a:rPr lang="en-US" dirty="0"/>
              <a:t>("Unknown URI: " + </a:t>
            </a:r>
            <a:r>
              <a:rPr lang="en-US" dirty="0" err="1"/>
              <a:t>uri</a:t>
            </a:r>
            <a:r>
              <a:rPr lang="en-US" dirty="0" smtClean="0"/>
              <a:t>);        </a:t>
            </a:r>
            <a:r>
              <a:rPr lang="en-US" dirty="0"/>
              <a:t>}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if (</a:t>
            </a:r>
            <a:r>
              <a:rPr lang="en-US" dirty="0" err="1"/>
              <a:t>rowsDeleted</a:t>
            </a:r>
            <a:r>
              <a:rPr lang="en-US" dirty="0"/>
              <a:t> &gt; 0) {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</a:t>
            </a:r>
            <a:r>
              <a:rPr lang="en-US" dirty="0" err="1"/>
              <a:t>getContext</a:t>
            </a:r>
            <a:r>
              <a:rPr lang="en-US" dirty="0"/>
              <a:t>().</a:t>
            </a:r>
            <a:r>
              <a:rPr lang="en-US" dirty="0" err="1"/>
              <a:t>getContentResolver</a:t>
            </a:r>
            <a:r>
              <a:rPr lang="en-US" dirty="0"/>
              <a:t>().</a:t>
            </a:r>
            <a:r>
              <a:rPr lang="en-US" dirty="0" err="1"/>
              <a:t>notifyChange</a:t>
            </a:r>
            <a:r>
              <a:rPr lang="en-US" dirty="0"/>
              <a:t>(</a:t>
            </a:r>
            <a:r>
              <a:rPr lang="en-US" dirty="0" err="1"/>
              <a:t>uri</a:t>
            </a:r>
            <a:r>
              <a:rPr lang="en-US" dirty="0"/>
              <a:t>, null);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}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return </a:t>
            </a:r>
            <a:r>
              <a:rPr lang="en-US" dirty="0" err="1"/>
              <a:t>rowsDeleted</a:t>
            </a:r>
            <a:r>
              <a:rPr lang="en-US" dirty="0" smtClean="0"/>
              <a:t>;    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50284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getType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latinLnBrk="1">
              <a:buNone/>
            </a:pPr>
            <a:r>
              <a:rPr lang="en-US" dirty="0"/>
              <a:t> @Override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public String </a:t>
            </a:r>
            <a:r>
              <a:rPr lang="en-US" dirty="0" err="1"/>
              <a:t>getType</a:t>
            </a:r>
            <a:r>
              <a:rPr lang="en-US" dirty="0"/>
              <a:t>(Uri </a:t>
            </a:r>
            <a:r>
              <a:rPr lang="en-US" dirty="0" err="1"/>
              <a:t>uri</a:t>
            </a:r>
            <a:r>
              <a:rPr lang="en-US" dirty="0"/>
              <a:t>) {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switch (</a:t>
            </a:r>
            <a:r>
              <a:rPr lang="en-US" dirty="0" err="1"/>
              <a:t>uriMatcher.match</a:t>
            </a:r>
            <a:r>
              <a:rPr lang="en-US" dirty="0"/>
              <a:t>(</a:t>
            </a:r>
            <a:r>
              <a:rPr lang="en-US" dirty="0" err="1"/>
              <a:t>uri</a:t>
            </a:r>
            <a:r>
              <a:rPr lang="en-US" dirty="0"/>
              <a:t>)) {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case ITEMS: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    return CONTENT_TYPE;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case ITEM_ID: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    return CONTENT_ITEM_TYPE;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default: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    throw new </a:t>
            </a:r>
            <a:r>
              <a:rPr lang="en-US" dirty="0" err="1"/>
              <a:t>IllegalArgumentException</a:t>
            </a:r>
            <a:r>
              <a:rPr lang="en-US" dirty="0"/>
              <a:t>("Unknown URI: " + </a:t>
            </a:r>
            <a:r>
              <a:rPr lang="en-US" dirty="0" err="1"/>
              <a:t>uri</a:t>
            </a:r>
            <a:r>
              <a:rPr lang="en-US" dirty="0"/>
              <a:t>);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}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}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12283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4. </a:t>
            </a:r>
            <a:r>
              <a:rPr lang="ru-RU" b="1" dirty="0"/>
              <a:t>Вспомогательный класс базы данных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47528" y="1600200"/>
            <a:ext cx="8496944" cy="5141168"/>
          </a:xfrm>
        </p:spPr>
        <p:txBody>
          <a:bodyPr>
            <a:normAutofit fontScale="25000" lnSpcReduction="20000"/>
          </a:bodyPr>
          <a:lstStyle/>
          <a:p>
            <a:pPr marL="0" indent="0" latinLnBrk="1">
              <a:buNone/>
            </a:pPr>
            <a:r>
              <a:rPr lang="en-US" dirty="0" smtClean="0"/>
              <a:t>public </a:t>
            </a:r>
            <a:r>
              <a:rPr lang="en-US" dirty="0"/>
              <a:t>class </a:t>
            </a:r>
            <a:r>
              <a:rPr lang="en-US" dirty="0" err="1"/>
              <a:t>MySQLiteHelper</a:t>
            </a:r>
            <a:r>
              <a:rPr lang="en-US" dirty="0"/>
              <a:t> extends </a:t>
            </a:r>
            <a:r>
              <a:rPr lang="en-US" b="1" dirty="0" err="1"/>
              <a:t>SQLiteOpenHelper</a:t>
            </a:r>
            <a:r>
              <a:rPr lang="en-US" b="1" dirty="0"/>
              <a:t> {</a:t>
            </a:r>
            <a:endParaRPr lang="ru-RU" b="1" dirty="0"/>
          </a:p>
          <a:p>
            <a:pPr marL="0" indent="0" latinLnBrk="1">
              <a:buNone/>
            </a:pPr>
            <a:r>
              <a:rPr lang="en-US" dirty="0"/>
              <a:t>    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private static final String DATABASE_NAME = "</a:t>
            </a:r>
            <a:r>
              <a:rPr lang="en-US" dirty="0" err="1"/>
              <a:t>myapp.db</a:t>
            </a:r>
            <a:r>
              <a:rPr lang="en-US" dirty="0"/>
              <a:t>";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private static final </a:t>
            </a:r>
            <a:r>
              <a:rPr lang="en-US" dirty="0" err="1"/>
              <a:t>int</a:t>
            </a:r>
            <a:r>
              <a:rPr lang="en-US" dirty="0"/>
              <a:t> DATABASE_VERSION = 1;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public static final String TABLE_ITEMS = "items";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public static final String COLUMN_ID = "_id";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public static final String COLUMN_TITLE = "title";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public static final String COLUMN_DESCRIPTION = "description";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public static final String COLUMN_CREATED_AT = "</a:t>
            </a:r>
            <a:r>
              <a:rPr lang="en-US" dirty="0" err="1"/>
              <a:t>created_at</a:t>
            </a:r>
            <a:r>
              <a:rPr lang="en-US" dirty="0"/>
              <a:t>";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private static final String CREATE_TABLE_ITEMS = 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"CREATE TABLE " + TABLE_ITEMS + "(" +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COLUMN_ID + " INTEGER PRIMARY KEY AUTOINCREMENT, " +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COLUMN_TITLE + " TEXT NOT NULL, " +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COLUMN_DESCRIPTION + " TEXT, " +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COLUMN_CREATED_AT + " DATETIME DEFAULT CURRENT_TIMESTAMP" </a:t>
            </a:r>
            <a:r>
              <a:rPr lang="en-US" dirty="0" smtClean="0"/>
              <a:t>+        </a:t>
            </a:r>
            <a:r>
              <a:rPr lang="en-US" dirty="0"/>
              <a:t>");";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public </a:t>
            </a:r>
            <a:r>
              <a:rPr lang="en-US" dirty="0" err="1"/>
              <a:t>MySQLiteHelper</a:t>
            </a:r>
            <a:r>
              <a:rPr lang="en-US" dirty="0"/>
              <a:t>(Context context) {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super(context, DATABASE_NAME, null, DATABASE_VERSION</a:t>
            </a:r>
            <a:r>
              <a:rPr lang="en-US" dirty="0" smtClean="0"/>
              <a:t>);    } </a:t>
            </a:r>
          </a:p>
          <a:p>
            <a:pPr marL="0" indent="0" latinLnBrk="1">
              <a:buNone/>
            </a:pPr>
            <a:endParaRPr lang="ru-RU" dirty="0"/>
          </a:p>
          <a:p>
            <a:pPr marL="0" indent="0" latinLnBrk="1">
              <a:buNone/>
            </a:pPr>
            <a:r>
              <a:rPr lang="en-US" dirty="0"/>
              <a:t>    @Override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public void </a:t>
            </a:r>
            <a:r>
              <a:rPr lang="en-US" b="1" dirty="0" err="1"/>
              <a:t>onCreate</a:t>
            </a:r>
            <a:r>
              <a:rPr lang="en-US" dirty="0"/>
              <a:t>(</a:t>
            </a:r>
            <a:r>
              <a:rPr lang="en-US" dirty="0" err="1"/>
              <a:t>SQLiteDatabase</a:t>
            </a:r>
            <a:r>
              <a:rPr lang="en-US" dirty="0"/>
              <a:t> </a:t>
            </a:r>
            <a:r>
              <a:rPr lang="en-US" dirty="0" err="1"/>
              <a:t>db</a:t>
            </a:r>
            <a:r>
              <a:rPr lang="en-US" dirty="0"/>
              <a:t>) {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</a:t>
            </a:r>
            <a:r>
              <a:rPr lang="en-US" dirty="0" err="1"/>
              <a:t>db.execSQL</a:t>
            </a:r>
            <a:r>
              <a:rPr lang="en-US" dirty="0"/>
              <a:t>(CREATE_TABLE_ITEMS</a:t>
            </a:r>
            <a:r>
              <a:rPr lang="en-US" dirty="0" smtClean="0"/>
              <a:t>);    </a:t>
            </a:r>
            <a:r>
              <a:rPr lang="en-US" dirty="0"/>
              <a:t>}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@Override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public void </a:t>
            </a:r>
            <a:r>
              <a:rPr lang="en-US" b="1" dirty="0" err="1"/>
              <a:t>onUpgrade</a:t>
            </a:r>
            <a:r>
              <a:rPr lang="en-US" dirty="0"/>
              <a:t>(</a:t>
            </a:r>
            <a:r>
              <a:rPr lang="en-US" dirty="0" err="1"/>
              <a:t>SQLiteDatabase</a:t>
            </a:r>
            <a:r>
              <a:rPr lang="en-US" dirty="0"/>
              <a:t> </a:t>
            </a:r>
            <a:r>
              <a:rPr lang="en-US" dirty="0" err="1"/>
              <a:t>db</a:t>
            </a:r>
            <a:r>
              <a:rPr lang="en-US" dirty="0"/>
              <a:t>,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oldVersion</a:t>
            </a:r>
            <a:r>
              <a:rPr lang="en-US" dirty="0"/>
              <a:t>,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newVersion</a:t>
            </a:r>
            <a:r>
              <a:rPr lang="en-US" dirty="0"/>
              <a:t>) {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</a:t>
            </a:r>
            <a:r>
              <a:rPr lang="en-US" dirty="0" err="1"/>
              <a:t>db.execSQL</a:t>
            </a:r>
            <a:r>
              <a:rPr lang="en-US" dirty="0"/>
              <a:t>("DROP TABLE IF EXISTS " + TABLE_ITEMS);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</a:t>
            </a:r>
            <a:r>
              <a:rPr lang="en-US" dirty="0" err="1"/>
              <a:t>onCreate</a:t>
            </a:r>
            <a:r>
              <a:rPr lang="en-US" dirty="0"/>
              <a:t>(</a:t>
            </a:r>
            <a:r>
              <a:rPr lang="en-US" dirty="0" err="1"/>
              <a:t>db</a:t>
            </a:r>
            <a:r>
              <a:rPr lang="en-US" dirty="0" smtClean="0"/>
              <a:t>);    }}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389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600" b="1" dirty="0"/>
              <a:t>🔍 Использование</a:t>
            </a:r>
            <a:r>
              <a:rPr lang="en-US" sz="3600" b="1" dirty="0"/>
              <a:t> Content </a:t>
            </a:r>
            <a:r>
              <a:rPr lang="en-US" sz="3600" b="1" dirty="0"/>
              <a:t>Provider</a:t>
            </a:r>
            <a:br>
              <a:rPr lang="en-US" sz="3600" b="1" dirty="0"/>
            </a:br>
            <a:r>
              <a:rPr lang="ru-RU" sz="3600" b="1" dirty="0"/>
              <a:t>1</a:t>
            </a:r>
            <a:r>
              <a:rPr lang="ru-RU" sz="3600" b="1" dirty="0"/>
              <a:t>. Доступ из того же приложения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31504" y="1600200"/>
            <a:ext cx="8579296" cy="5069160"/>
          </a:xfrm>
        </p:spPr>
        <p:txBody>
          <a:bodyPr>
            <a:normAutofit fontScale="25000" lnSpcReduction="20000"/>
          </a:bodyPr>
          <a:lstStyle/>
          <a:p>
            <a:pPr marL="0" indent="0" latinLnBrk="1">
              <a:buNone/>
            </a:pPr>
            <a:r>
              <a:rPr lang="en-US" dirty="0" smtClean="0"/>
              <a:t>public </a:t>
            </a:r>
            <a:r>
              <a:rPr lang="en-US" dirty="0"/>
              <a:t>class </a:t>
            </a:r>
            <a:r>
              <a:rPr lang="en-US" dirty="0" err="1"/>
              <a:t>MainActivity</a:t>
            </a:r>
            <a:r>
              <a:rPr lang="en-US" dirty="0"/>
              <a:t> extends </a:t>
            </a:r>
            <a:r>
              <a:rPr lang="en-US" dirty="0" err="1"/>
              <a:t>AppCompatActivity</a:t>
            </a:r>
            <a:r>
              <a:rPr lang="en-US" dirty="0"/>
              <a:t> {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</a:t>
            </a:r>
            <a:r>
              <a:rPr lang="en-US" dirty="0" smtClean="0"/>
              <a:t>    </a:t>
            </a:r>
            <a:r>
              <a:rPr lang="en-US" dirty="0"/>
              <a:t>private static final Uri CONTENT_URI = 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</a:t>
            </a:r>
            <a:r>
              <a:rPr lang="en-US" dirty="0" err="1"/>
              <a:t>Uri.parse</a:t>
            </a:r>
            <a:r>
              <a:rPr lang="en-US" dirty="0"/>
              <a:t>("content://</a:t>
            </a:r>
            <a:r>
              <a:rPr lang="en-US" dirty="0" err="1"/>
              <a:t>com.example.myapp.provider</a:t>
            </a:r>
            <a:r>
              <a:rPr lang="en-US" dirty="0"/>
              <a:t>/items");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@Override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protected void </a:t>
            </a:r>
            <a:r>
              <a:rPr lang="en-US" dirty="0" err="1"/>
              <a:t>onCreate</a:t>
            </a:r>
            <a:r>
              <a:rPr lang="en-US" dirty="0"/>
              <a:t>(Bundle </a:t>
            </a:r>
            <a:r>
              <a:rPr lang="en-US" dirty="0" err="1"/>
              <a:t>savedInstanceState</a:t>
            </a:r>
            <a:r>
              <a:rPr lang="en-US" dirty="0"/>
              <a:t>) {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</a:t>
            </a:r>
            <a:r>
              <a:rPr lang="en-US" dirty="0" err="1"/>
              <a:t>super.onCreate</a:t>
            </a:r>
            <a:r>
              <a:rPr lang="en-US" dirty="0"/>
              <a:t>(</a:t>
            </a:r>
            <a:r>
              <a:rPr lang="en-US" dirty="0" err="1"/>
              <a:t>savedInstanceState</a:t>
            </a:r>
            <a:r>
              <a:rPr lang="en-US" dirty="0"/>
              <a:t>);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</a:t>
            </a:r>
            <a:r>
              <a:rPr lang="en-US" dirty="0" err="1"/>
              <a:t>setContentView</a:t>
            </a:r>
            <a:r>
              <a:rPr lang="en-US" dirty="0"/>
              <a:t>(</a:t>
            </a:r>
            <a:r>
              <a:rPr lang="en-US" dirty="0" err="1"/>
              <a:t>R.layout.activity_main</a:t>
            </a:r>
            <a:r>
              <a:rPr lang="en-US" dirty="0"/>
              <a:t>);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</a:t>
            </a:r>
            <a:endParaRPr lang="ru-RU" dirty="0"/>
          </a:p>
          <a:p>
            <a:pPr marL="0" indent="0" latinLnBrk="1">
              <a:buNone/>
            </a:pPr>
            <a:r>
              <a:rPr lang="en-US" b="1" dirty="0"/>
              <a:t>        </a:t>
            </a:r>
            <a:r>
              <a:rPr lang="en-US" b="1" i="1" dirty="0"/>
              <a:t>// </a:t>
            </a:r>
            <a:r>
              <a:rPr lang="ru-RU" b="1" i="1" dirty="0"/>
              <a:t>Вставка данных</a:t>
            </a:r>
            <a:endParaRPr lang="ru-RU" b="1" dirty="0"/>
          </a:p>
          <a:p>
            <a:pPr marL="0" indent="0" latinLnBrk="1">
              <a:buNone/>
            </a:pPr>
            <a:r>
              <a:rPr lang="en-US" dirty="0"/>
              <a:t>        </a:t>
            </a:r>
            <a:r>
              <a:rPr lang="en-US" dirty="0" err="1"/>
              <a:t>ContentValues</a:t>
            </a:r>
            <a:r>
              <a:rPr lang="en-US" dirty="0"/>
              <a:t> values = new </a:t>
            </a:r>
            <a:r>
              <a:rPr lang="en-US" dirty="0" err="1"/>
              <a:t>ContentValues</a:t>
            </a:r>
            <a:r>
              <a:rPr lang="en-US" dirty="0"/>
              <a:t>();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</a:t>
            </a:r>
            <a:r>
              <a:rPr lang="en-US" dirty="0" err="1"/>
              <a:t>values.put</a:t>
            </a:r>
            <a:r>
              <a:rPr lang="en-US" dirty="0"/>
              <a:t>("title", "</a:t>
            </a:r>
            <a:r>
              <a:rPr lang="ru-RU" dirty="0"/>
              <a:t>Новая задача</a:t>
            </a:r>
            <a:r>
              <a:rPr lang="en-US" dirty="0"/>
              <a:t>");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</a:t>
            </a:r>
            <a:r>
              <a:rPr lang="en-US" dirty="0" err="1"/>
              <a:t>values.put</a:t>
            </a:r>
            <a:r>
              <a:rPr lang="en-US" dirty="0"/>
              <a:t>("description", "</a:t>
            </a:r>
            <a:r>
              <a:rPr lang="ru-RU" dirty="0"/>
              <a:t>Описание задачи</a:t>
            </a:r>
            <a:r>
              <a:rPr lang="en-US" dirty="0" smtClean="0"/>
              <a:t>");     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Uri </a:t>
            </a:r>
            <a:r>
              <a:rPr lang="en-US" dirty="0" err="1"/>
              <a:t>newItemUri</a:t>
            </a:r>
            <a:r>
              <a:rPr lang="en-US" dirty="0"/>
              <a:t> = </a:t>
            </a:r>
            <a:r>
              <a:rPr lang="en-US" dirty="0" err="1"/>
              <a:t>getContentResolver</a:t>
            </a:r>
            <a:r>
              <a:rPr lang="en-US" dirty="0"/>
              <a:t>().insert(CONTENT_URI, values</a:t>
            </a:r>
            <a:r>
              <a:rPr lang="en-US" dirty="0" smtClean="0"/>
              <a:t>);     </a:t>
            </a:r>
            <a:endParaRPr lang="ru-RU" dirty="0"/>
          </a:p>
          <a:p>
            <a:pPr marL="0" indent="0" latinLnBrk="1">
              <a:buNone/>
            </a:pPr>
            <a:r>
              <a:rPr lang="en-US" b="1" dirty="0"/>
              <a:t>        </a:t>
            </a:r>
            <a:r>
              <a:rPr lang="en-US" b="1" i="1" dirty="0"/>
              <a:t>// </a:t>
            </a:r>
            <a:r>
              <a:rPr lang="ru-RU" b="1" i="1" dirty="0"/>
              <a:t>Запрос данных</a:t>
            </a:r>
            <a:endParaRPr lang="ru-RU" b="1" dirty="0"/>
          </a:p>
          <a:p>
            <a:pPr marL="0" indent="0" latinLnBrk="1">
              <a:buNone/>
            </a:pPr>
            <a:r>
              <a:rPr lang="en-US" dirty="0"/>
              <a:t>        String[] projection = {"_id", "title", "description"};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Cursor </a:t>
            </a:r>
            <a:r>
              <a:rPr lang="en-US" dirty="0" err="1"/>
              <a:t>cursor</a:t>
            </a:r>
            <a:r>
              <a:rPr lang="en-US" dirty="0"/>
              <a:t> = </a:t>
            </a:r>
            <a:r>
              <a:rPr lang="en-US" dirty="0" err="1"/>
              <a:t>getContentResolver</a:t>
            </a:r>
            <a:r>
              <a:rPr lang="en-US" dirty="0"/>
              <a:t>().query(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CONTENT_URI, 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projection, 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null, null, 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"</a:t>
            </a:r>
            <a:r>
              <a:rPr lang="en-US" dirty="0" err="1"/>
              <a:t>created_at</a:t>
            </a:r>
            <a:r>
              <a:rPr lang="en-US" dirty="0"/>
              <a:t> DESC</a:t>
            </a:r>
            <a:r>
              <a:rPr lang="en-US" dirty="0" smtClean="0"/>
              <a:t>"        </a:t>
            </a:r>
            <a:r>
              <a:rPr lang="en-US" dirty="0"/>
              <a:t>);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if (cursor != null) {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while (</a:t>
            </a:r>
            <a:r>
              <a:rPr lang="en-US" dirty="0" err="1"/>
              <a:t>cursor.moveToNext</a:t>
            </a:r>
            <a:r>
              <a:rPr lang="en-US" dirty="0"/>
              <a:t>()) {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    String title = </a:t>
            </a:r>
            <a:r>
              <a:rPr lang="en-US" dirty="0" err="1"/>
              <a:t>cursor.getString</a:t>
            </a:r>
            <a:r>
              <a:rPr lang="en-US" dirty="0"/>
              <a:t>(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        </a:t>
            </a:r>
            <a:r>
              <a:rPr lang="en-US" dirty="0" err="1"/>
              <a:t>cursor.getColumnIndexOrThrow</a:t>
            </a:r>
            <a:r>
              <a:rPr lang="en-US" dirty="0"/>
              <a:t>("title</a:t>
            </a:r>
            <a:r>
              <a:rPr lang="en-US" dirty="0" smtClean="0"/>
              <a:t>")                </a:t>
            </a:r>
            <a:r>
              <a:rPr lang="en-US" dirty="0"/>
              <a:t>);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    String description = </a:t>
            </a:r>
            <a:r>
              <a:rPr lang="en-US" dirty="0" err="1"/>
              <a:t>cursor.getString</a:t>
            </a:r>
            <a:r>
              <a:rPr lang="en-US" dirty="0"/>
              <a:t>(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        </a:t>
            </a:r>
            <a:r>
              <a:rPr lang="en-US" dirty="0" err="1"/>
              <a:t>cursor.getColumnIndexOrThrow</a:t>
            </a:r>
            <a:r>
              <a:rPr lang="en-US" dirty="0"/>
              <a:t>("description")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    </a:t>
            </a:r>
            <a:r>
              <a:rPr lang="ru-RU" dirty="0"/>
              <a:t>);</a:t>
            </a:r>
          </a:p>
          <a:p>
            <a:pPr marL="0" indent="0" latinLnBrk="1">
              <a:buNone/>
            </a:pPr>
            <a:r>
              <a:rPr lang="ru-RU" b="1" dirty="0"/>
              <a:t>                </a:t>
            </a:r>
            <a:r>
              <a:rPr lang="ru-RU" b="1" i="1" dirty="0"/>
              <a:t>// Обработка </a:t>
            </a:r>
            <a:r>
              <a:rPr lang="ru-RU" b="1" i="1" dirty="0" smtClean="0"/>
              <a:t>данных</a:t>
            </a:r>
            <a:r>
              <a:rPr lang="ru-RU" b="1" dirty="0" smtClean="0"/>
              <a:t>            </a:t>
            </a:r>
            <a:r>
              <a:rPr lang="ru-RU" dirty="0"/>
              <a:t>}</a:t>
            </a:r>
          </a:p>
          <a:p>
            <a:pPr marL="0" indent="0" latinLnBrk="1">
              <a:buNone/>
            </a:pPr>
            <a:r>
              <a:rPr lang="ru-RU" dirty="0"/>
              <a:t>            </a:t>
            </a:r>
            <a:r>
              <a:rPr lang="ru-RU" dirty="0" err="1"/>
              <a:t>cursor.close</a:t>
            </a:r>
            <a:r>
              <a:rPr lang="ru-RU" dirty="0" smtClean="0"/>
              <a:t>();        }    }}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6616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2. Доступ из другого </a:t>
            </a:r>
            <a:r>
              <a:rPr lang="ru-RU" b="1" dirty="0" smtClean="0"/>
              <a:t>приложения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853136"/>
          </a:xfrm>
        </p:spPr>
        <p:txBody>
          <a:bodyPr>
            <a:normAutofit fontScale="25000" lnSpcReduction="20000"/>
          </a:bodyPr>
          <a:lstStyle/>
          <a:p>
            <a:pPr marL="0" indent="0" latinLnBrk="1">
              <a:buNone/>
            </a:pPr>
            <a:r>
              <a:rPr lang="en-US" dirty="0" smtClean="0"/>
              <a:t>public </a:t>
            </a:r>
            <a:r>
              <a:rPr lang="en-US" dirty="0"/>
              <a:t>class </a:t>
            </a:r>
            <a:r>
              <a:rPr lang="en-US" dirty="0" err="1"/>
              <a:t>ExternalAppActivity</a:t>
            </a:r>
            <a:r>
              <a:rPr lang="en-US" dirty="0"/>
              <a:t> extends </a:t>
            </a:r>
            <a:r>
              <a:rPr lang="en-US" dirty="0" err="1"/>
              <a:t>AppCompatActivity</a:t>
            </a:r>
            <a:r>
              <a:rPr lang="en-US" dirty="0"/>
              <a:t> </a:t>
            </a:r>
            <a:endParaRPr lang="en-US" dirty="0" smtClean="0"/>
          </a:p>
          <a:p>
            <a:pPr marL="0" indent="0" latinLnBrk="1">
              <a:buNone/>
            </a:pPr>
            <a:r>
              <a:rPr lang="en-US" dirty="0" smtClean="0"/>
              <a:t>{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private static final Uri EXTERNAL_CONTENT_URI = 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</a:t>
            </a:r>
            <a:r>
              <a:rPr lang="en-US" dirty="0" err="1"/>
              <a:t>Uri.parse</a:t>
            </a:r>
            <a:r>
              <a:rPr lang="en-US" dirty="0"/>
              <a:t>("content://</a:t>
            </a:r>
            <a:r>
              <a:rPr lang="en-US" dirty="0" err="1"/>
              <a:t>com.example.myapp.provider</a:t>
            </a:r>
            <a:r>
              <a:rPr lang="en-US" dirty="0"/>
              <a:t>/items");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@Override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protected void </a:t>
            </a:r>
            <a:r>
              <a:rPr lang="en-US" dirty="0" err="1"/>
              <a:t>onCreate</a:t>
            </a:r>
            <a:r>
              <a:rPr lang="en-US" dirty="0"/>
              <a:t>(Bundle </a:t>
            </a:r>
            <a:r>
              <a:rPr lang="en-US" dirty="0" err="1"/>
              <a:t>savedInstanceState</a:t>
            </a:r>
            <a:r>
              <a:rPr lang="en-US" dirty="0"/>
              <a:t>) {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</a:t>
            </a:r>
            <a:r>
              <a:rPr lang="en-US" dirty="0" err="1"/>
              <a:t>super.onCreate</a:t>
            </a:r>
            <a:r>
              <a:rPr lang="en-US" dirty="0"/>
              <a:t>(</a:t>
            </a:r>
            <a:r>
              <a:rPr lang="en-US" dirty="0" err="1"/>
              <a:t>savedInstanceState</a:t>
            </a:r>
            <a:r>
              <a:rPr lang="en-US" dirty="0"/>
              <a:t>);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</a:t>
            </a:r>
            <a:r>
              <a:rPr lang="en-US" b="1" i="1" dirty="0"/>
              <a:t>// </a:t>
            </a:r>
            <a:r>
              <a:rPr lang="ru-RU" b="1" i="1" dirty="0"/>
              <a:t>Проверка разрешения</a:t>
            </a:r>
            <a:endParaRPr lang="ru-RU" b="1" dirty="0"/>
          </a:p>
          <a:p>
            <a:pPr marL="0" indent="0" latinLnBrk="1">
              <a:buNone/>
            </a:pPr>
            <a:r>
              <a:rPr lang="en-US" dirty="0"/>
              <a:t>        if (</a:t>
            </a:r>
            <a:r>
              <a:rPr lang="en-US" dirty="0" err="1"/>
              <a:t>checkSelfPermission</a:t>
            </a:r>
            <a:r>
              <a:rPr lang="en-US" dirty="0"/>
              <a:t>("</a:t>
            </a:r>
            <a:r>
              <a:rPr lang="en-US" dirty="0" err="1"/>
              <a:t>com.example.myapp.READ_PERMISSION</a:t>
            </a:r>
            <a:r>
              <a:rPr lang="en-US" dirty="0"/>
              <a:t>") 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!= </a:t>
            </a:r>
            <a:r>
              <a:rPr lang="en-US" dirty="0" err="1"/>
              <a:t>PackageManager.PERMISSION_GRANTED</a:t>
            </a:r>
            <a:r>
              <a:rPr lang="en-US" dirty="0"/>
              <a:t>) {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</a:t>
            </a:r>
            <a:r>
              <a:rPr lang="en-US" dirty="0" err="1"/>
              <a:t>requestPermissions</a:t>
            </a:r>
            <a:r>
              <a:rPr lang="en-US" dirty="0"/>
              <a:t>(new String[]{"</a:t>
            </a:r>
            <a:r>
              <a:rPr lang="en-US" dirty="0" err="1"/>
              <a:t>com.example.myapp.READ_PERMISSION</a:t>
            </a:r>
            <a:r>
              <a:rPr lang="en-US" dirty="0"/>
              <a:t>"}, 1);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return</a:t>
            </a:r>
            <a:r>
              <a:rPr lang="en-US" dirty="0" smtClean="0"/>
              <a:t>;        </a:t>
            </a:r>
            <a:r>
              <a:rPr lang="en-US" dirty="0"/>
              <a:t>}</a:t>
            </a:r>
            <a:endParaRPr lang="ru-RU" dirty="0"/>
          </a:p>
          <a:p>
            <a:pPr marL="0" indent="0" latinLnBrk="1">
              <a:buNone/>
            </a:pPr>
            <a:endParaRPr lang="ru-RU" b="1" dirty="0"/>
          </a:p>
          <a:p>
            <a:pPr marL="0" indent="0" latinLnBrk="1">
              <a:buNone/>
            </a:pPr>
            <a:r>
              <a:rPr lang="en-US" b="1" dirty="0"/>
              <a:t>        </a:t>
            </a:r>
            <a:r>
              <a:rPr lang="en-US" b="1" i="1" dirty="0"/>
              <a:t>// </a:t>
            </a:r>
            <a:r>
              <a:rPr lang="ru-RU" b="1" i="1" dirty="0"/>
              <a:t>Чтение данных</a:t>
            </a:r>
            <a:endParaRPr lang="ru-RU" b="1" dirty="0"/>
          </a:p>
          <a:p>
            <a:pPr marL="0" indent="0" latinLnBrk="1">
              <a:buNone/>
            </a:pPr>
            <a:r>
              <a:rPr lang="en-US" dirty="0"/>
              <a:t>        Cursor </a:t>
            </a:r>
            <a:r>
              <a:rPr lang="en-US" dirty="0" err="1"/>
              <a:t>cursor</a:t>
            </a:r>
            <a:r>
              <a:rPr lang="en-US" dirty="0"/>
              <a:t> = </a:t>
            </a:r>
            <a:r>
              <a:rPr lang="en-US" dirty="0" err="1"/>
              <a:t>getContentResolver</a:t>
            </a:r>
            <a:r>
              <a:rPr lang="en-US" dirty="0"/>
              <a:t>().query(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EXTERNAL_CONTENT_URI,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    null, null, null, </a:t>
            </a:r>
            <a:r>
              <a:rPr lang="en-US" dirty="0" smtClean="0"/>
              <a:t>null  </a:t>
            </a:r>
            <a:r>
              <a:rPr lang="ru-RU" dirty="0"/>
              <a:t>);</a:t>
            </a:r>
          </a:p>
          <a:p>
            <a:pPr marL="0" indent="0" latinLnBrk="1">
              <a:buNone/>
            </a:pPr>
            <a:r>
              <a:rPr lang="ru-RU" dirty="0"/>
              <a:t>        </a:t>
            </a:r>
          </a:p>
          <a:p>
            <a:pPr marL="0" indent="0" latinLnBrk="1">
              <a:buNone/>
            </a:pPr>
            <a:r>
              <a:rPr lang="ru-RU" dirty="0"/>
              <a:t>        </a:t>
            </a:r>
            <a:r>
              <a:rPr lang="ru-RU" i="1" dirty="0"/>
              <a:t>// </a:t>
            </a:r>
            <a:r>
              <a:rPr lang="ru-RU" b="1" i="1" dirty="0"/>
              <a:t>Обработка </a:t>
            </a:r>
            <a:r>
              <a:rPr lang="ru-RU" b="1" i="1" dirty="0" err="1"/>
              <a:t>cursor</a:t>
            </a:r>
            <a:r>
              <a:rPr lang="ru-RU" i="1" dirty="0" smtClean="0"/>
              <a:t>...</a:t>
            </a:r>
            <a:r>
              <a:rPr lang="ru-RU" dirty="0" smtClean="0"/>
              <a:t>    }</a:t>
            </a:r>
            <a:endParaRPr lang="en-US" dirty="0" smtClean="0"/>
          </a:p>
          <a:p>
            <a:pPr marL="0" indent="0" latinLnBrk="1">
              <a:buNone/>
            </a:pPr>
            <a:r>
              <a:rPr lang="ru-RU" dirty="0" smtClean="0"/>
              <a:t>}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4647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 Безопасность и разрешения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ru-RU" b="1" dirty="0" smtClean="0"/>
              <a:t>1</a:t>
            </a:r>
            <a:r>
              <a:rPr lang="ru-RU" b="1" dirty="0"/>
              <a:t>. Типы разрешений</a:t>
            </a:r>
            <a:endParaRPr lang="ru-RU" dirty="0"/>
          </a:p>
          <a:p>
            <a:pPr marL="0" indent="0">
              <a:buNone/>
            </a:pPr>
            <a:r>
              <a:rPr lang="ru-RU" dirty="0" err="1"/>
              <a:t>xml</a:t>
            </a:r>
            <a:endParaRPr lang="ru-RU" dirty="0"/>
          </a:p>
          <a:p>
            <a:pPr marL="0" indent="0" latinLnBrk="1">
              <a:buNone/>
            </a:pPr>
            <a:r>
              <a:rPr lang="ru-RU" i="1" dirty="0"/>
              <a:t>&lt;!-- В манифесте провайдера --&gt;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&lt;provider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</a:t>
            </a:r>
            <a:r>
              <a:rPr lang="en-US" dirty="0" err="1"/>
              <a:t>android:name</a:t>
            </a:r>
            <a:r>
              <a:rPr lang="en-US" dirty="0"/>
              <a:t>=".</a:t>
            </a:r>
            <a:r>
              <a:rPr lang="en-US" dirty="0" err="1"/>
              <a:t>MyContentProvider</a:t>
            </a:r>
            <a:r>
              <a:rPr lang="en-US" dirty="0"/>
              <a:t>"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</a:t>
            </a:r>
            <a:r>
              <a:rPr lang="en-US" dirty="0" err="1"/>
              <a:t>android:authorities</a:t>
            </a:r>
            <a:r>
              <a:rPr lang="en-US" dirty="0"/>
              <a:t>="</a:t>
            </a:r>
            <a:r>
              <a:rPr lang="en-US" dirty="0" err="1"/>
              <a:t>com.example.myapp.provider</a:t>
            </a:r>
            <a:r>
              <a:rPr lang="en-US" dirty="0"/>
              <a:t>"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</a:t>
            </a:r>
            <a:r>
              <a:rPr lang="en-US" dirty="0" err="1"/>
              <a:t>android:exported</a:t>
            </a:r>
            <a:r>
              <a:rPr lang="en-US" dirty="0"/>
              <a:t>="true"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</a:t>
            </a:r>
            <a:r>
              <a:rPr lang="en-US" dirty="0" err="1"/>
              <a:t>android:readPermission</a:t>
            </a:r>
            <a:r>
              <a:rPr lang="en-US" dirty="0"/>
              <a:t>="</a:t>
            </a:r>
            <a:r>
              <a:rPr lang="en-US" dirty="0" err="1"/>
              <a:t>com.example.myapp.READ_PERMISSION</a:t>
            </a:r>
            <a:r>
              <a:rPr lang="en-US" dirty="0"/>
              <a:t>"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</a:t>
            </a:r>
            <a:r>
              <a:rPr lang="en-US" dirty="0" err="1"/>
              <a:t>android:writePermission</a:t>
            </a:r>
            <a:r>
              <a:rPr lang="en-US" dirty="0"/>
              <a:t>="</a:t>
            </a:r>
            <a:r>
              <a:rPr lang="en-US" dirty="0" err="1"/>
              <a:t>com.example.myapp.WRITE_PERMISSION</a:t>
            </a:r>
            <a:r>
              <a:rPr lang="en-US" dirty="0"/>
              <a:t>"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</a:t>
            </a:r>
            <a:r>
              <a:rPr lang="en-US" dirty="0" err="1"/>
              <a:t>android:grantUriPermissions</a:t>
            </a:r>
            <a:r>
              <a:rPr lang="en-US" dirty="0"/>
              <a:t>="true" /&gt;</a:t>
            </a:r>
            <a:endParaRPr lang="ru-RU" dirty="0"/>
          </a:p>
          <a:p>
            <a:pPr marL="0" indent="0">
              <a:buNone/>
            </a:pPr>
            <a:r>
              <a:rPr lang="en-US" b="1" dirty="0"/>
              <a:t>2. </a:t>
            </a:r>
            <a:r>
              <a:rPr lang="ru-RU" b="1" dirty="0"/>
              <a:t>Временные разрешения</a:t>
            </a:r>
            <a:endParaRPr lang="ru-RU" dirty="0"/>
          </a:p>
          <a:p>
            <a:pPr marL="0" indent="0" latinLnBrk="1">
              <a:buNone/>
            </a:pPr>
            <a:r>
              <a:rPr lang="en-US" i="1" dirty="0" smtClean="0"/>
              <a:t>// </a:t>
            </a:r>
            <a:r>
              <a:rPr lang="ru-RU" i="1" dirty="0"/>
              <a:t>Предоставление временного доступа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Intent </a:t>
            </a:r>
            <a:r>
              <a:rPr lang="en-US" dirty="0" err="1"/>
              <a:t>intent</a:t>
            </a:r>
            <a:r>
              <a:rPr lang="en-US" dirty="0"/>
              <a:t> = new Intent(</a:t>
            </a:r>
            <a:r>
              <a:rPr lang="en-US" dirty="0" err="1"/>
              <a:t>Intent.ACTION_VIEW</a:t>
            </a:r>
            <a:r>
              <a:rPr lang="en-US" dirty="0"/>
              <a:t>);</a:t>
            </a:r>
            <a:endParaRPr lang="ru-RU" dirty="0"/>
          </a:p>
          <a:p>
            <a:pPr marL="0" indent="0" latinLnBrk="1">
              <a:buNone/>
            </a:pPr>
            <a:r>
              <a:rPr lang="en-US" dirty="0" err="1"/>
              <a:t>intent.setData</a:t>
            </a:r>
            <a:r>
              <a:rPr lang="en-US" dirty="0"/>
              <a:t>(</a:t>
            </a:r>
            <a:r>
              <a:rPr lang="en-US" dirty="0" err="1"/>
              <a:t>ContentUris.withAppendedId</a:t>
            </a:r>
            <a:r>
              <a:rPr lang="en-US" dirty="0"/>
              <a:t>(CONTENT_URI, </a:t>
            </a:r>
            <a:r>
              <a:rPr lang="en-US" dirty="0" err="1"/>
              <a:t>itemId</a:t>
            </a:r>
            <a:r>
              <a:rPr lang="en-US" dirty="0"/>
              <a:t>));</a:t>
            </a:r>
            <a:endParaRPr lang="ru-RU" dirty="0"/>
          </a:p>
          <a:p>
            <a:pPr marL="0" indent="0" latinLnBrk="1">
              <a:buNone/>
            </a:pPr>
            <a:r>
              <a:rPr lang="en-US" dirty="0" err="1"/>
              <a:t>intent.setFlags</a:t>
            </a:r>
            <a:r>
              <a:rPr lang="en-US" dirty="0"/>
              <a:t>(</a:t>
            </a:r>
            <a:r>
              <a:rPr lang="en-US" dirty="0" err="1"/>
              <a:t>Intent.FLAG_GRANT_READ_URI_PERMISSION</a:t>
            </a:r>
            <a:r>
              <a:rPr lang="en-US" dirty="0"/>
              <a:t>);</a:t>
            </a:r>
            <a:endParaRPr lang="ru-RU" dirty="0"/>
          </a:p>
          <a:p>
            <a:pPr marL="0" indent="0" latinLnBrk="1">
              <a:buNone/>
            </a:pPr>
            <a:r>
              <a:rPr lang="en-US" dirty="0" err="1"/>
              <a:t>startActivity</a:t>
            </a:r>
            <a:r>
              <a:rPr lang="en-US" dirty="0"/>
              <a:t>(intent);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95185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🔄</a:t>
            </a:r>
            <a:r>
              <a:rPr lang="en-US" b="1" dirty="0"/>
              <a:t> Content Observer </a:t>
            </a:r>
            <a:r>
              <a:rPr lang="ru-RU" b="1" dirty="0"/>
              <a:t>для отслеживания изменений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47528" y="1600200"/>
            <a:ext cx="8363272" cy="4997152"/>
          </a:xfrm>
        </p:spPr>
        <p:txBody>
          <a:bodyPr>
            <a:normAutofit fontScale="25000" lnSpcReduction="20000"/>
          </a:bodyPr>
          <a:lstStyle/>
          <a:p>
            <a:pPr marL="0" indent="0" latinLnBrk="1">
              <a:buNone/>
            </a:pPr>
            <a:r>
              <a:rPr lang="en-US" dirty="0" smtClean="0"/>
              <a:t>public </a:t>
            </a:r>
            <a:r>
              <a:rPr lang="en-US" dirty="0"/>
              <a:t>class </a:t>
            </a:r>
            <a:r>
              <a:rPr lang="en-US" dirty="0" err="1"/>
              <a:t>MyContentObserver</a:t>
            </a:r>
            <a:r>
              <a:rPr lang="en-US" dirty="0"/>
              <a:t> extends </a:t>
            </a:r>
            <a:r>
              <a:rPr lang="en-US" dirty="0" err="1"/>
              <a:t>ContentObserver</a:t>
            </a:r>
            <a:r>
              <a:rPr lang="en-US" dirty="0"/>
              <a:t> {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public </a:t>
            </a:r>
            <a:r>
              <a:rPr lang="en-US" dirty="0" err="1"/>
              <a:t>MyContentObserver</a:t>
            </a:r>
            <a:r>
              <a:rPr lang="en-US" dirty="0"/>
              <a:t>(Handler handler) {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super(handler</a:t>
            </a:r>
            <a:r>
              <a:rPr lang="en-US" dirty="0" smtClean="0"/>
              <a:t>);    </a:t>
            </a:r>
            <a:r>
              <a:rPr lang="en-US" dirty="0"/>
              <a:t>}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@Override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public void </a:t>
            </a:r>
            <a:r>
              <a:rPr lang="en-US" dirty="0" err="1"/>
              <a:t>onChange</a:t>
            </a:r>
            <a:r>
              <a:rPr lang="en-US" dirty="0"/>
              <a:t>(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selfChange</a:t>
            </a:r>
            <a:r>
              <a:rPr lang="en-US" dirty="0"/>
              <a:t>) {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    </a:t>
            </a:r>
            <a:r>
              <a:rPr lang="ru-RU" dirty="0" err="1"/>
              <a:t>super.onChange</a:t>
            </a:r>
            <a:r>
              <a:rPr lang="ru-RU" dirty="0"/>
              <a:t>(</a:t>
            </a:r>
            <a:r>
              <a:rPr lang="ru-RU" dirty="0" err="1"/>
              <a:t>selfChange</a:t>
            </a:r>
            <a:r>
              <a:rPr lang="ru-RU" dirty="0"/>
              <a:t>);</a:t>
            </a:r>
          </a:p>
          <a:p>
            <a:pPr marL="0" indent="0" latinLnBrk="1">
              <a:buNone/>
            </a:pPr>
            <a:r>
              <a:rPr lang="ru-RU" dirty="0"/>
              <a:t>        </a:t>
            </a:r>
            <a:r>
              <a:rPr lang="ru-RU" b="1" i="1" dirty="0"/>
              <a:t>// Данные изменились - обновить </a:t>
            </a:r>
            <a:r>
              <a:rPr lang="ru-RU" i="1" dirty="0"/>
              <a:t>UI</a:t>
            </a:r>
            <a:endParaRPr lang="ru-RU" dirty="0"/>
          </a:p>
          <a:p>
            <a:pPr marL="0" indent="0" latinLnBrk="1">
              <a:buNone/>
            </a:pPr>
            <a:r>
              <a:rPr lang="ru-RU" dirty="0"/>
              <a:t>        </a:t>
            </a:r>
            <a:r>
              <a:rPr lang="ru-RU" dirty="0" err="1"/>
              <a:t>refreshData</a:t>
            </a:r>
            <a:r>
              <a:rPr lang="ru-RU" dirty="0" smtClean="0"/>
              <a:t>();    </a:t>
            </a:r>
            <a:r>
              <a:rPr lang="ru-RU" dirty="0"/>
              <a:t>}</a:t>
            </a:r>
          </a:p>
          <a:p>
            <a:pPr marL="0" indent="0" latinLnBrk="1">
              <a:buNone/>
            </a:pPr>
            <a:r>
              <a:rPr lang="ru-RU" dirty="0"/>
              <a:t>    </a:t>
            </a:r>
          </a:p>
          <a:p>
            <a:pPr marL="0" indent="0" latinLnBrk="1">
              <a:buNone/>
            </a:pPr>
            <a:r>
              <a:rPr lang="ru-RU" dirty="0"/>
              <a:t>    </a:t>
            </a:r>
            <a:r>
              <a:rPr lang="ru-RU" dirty="0" err="1"/>
              <a:t>private</a:t>
            </a:r>
            <a:r>
              <a:rPr lang="ru-RU" dirty="0"/>
              <a:t> </a:t>
            </a:r>
            <a:r>
              <a:rPr lang="ru-RU" dirty="0" err="1"/>
              <a:t>void</a:t>
            </a:r>
            <a:r>
              <a:rPr lang="ru-RU" dirty="0"/>
              <a:t> </a:t>
            </a:r>
            <a:r>
              <a:rPr lang="ru-RU" dirty="0" err="1"/>
              <a:t>refreshData</a:t>
            </a:r>
            <a:r>
              <a:rPr lang="ru-RU" dirty="0"/>
              <a:t>() {</a:t>
            </a:r>
          </a:p>
          <a:p>
            <a:pPr marL="0" indent="0" latinLnBrk="1">
              <a:buNone/>
            </a:pPr>
            <a:r>
              <a:rPr lang="ru-RU" dirty="0"/>
              <a:t>        </a:t>
            </a:r>
            <a:r>
              <a:rPr lang="ru-RU" b="1" i="1" dirty="0"/>
              <a:t>// Перезагрузить </a:t>
            </a:r>
            <a:r>
              <a:rPr lang="ru-RU" b="1" i="1" dirty="0" smtClean="0"/>
              <a:t>данные</a:t>
            </a:r>
            <a:r>
              <a:rPr lang="ru-RU" b="1" dirty="0" smtClean="0"/>
              <a:t>    </a:t>
            </a:r>
            <a:r>
              <a:rPr lang="en-US" dirty="0" smtClean="0"/>
              <a:t>}}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 </a:t>
            </a:r>
            <a:endParaRPr lang="ru-RU" dirty="0"/>
          </a:p>
          <a:p>
            <a:pPr marL="0" indent="0" latinLnBrk="1">
              <a:buNone/>
            </a:pPr>
            <a:r>
              <a:rPr lang="en-US" b="1" i="1" dirty="0"/>
              <a:t>// </a:t>
            </a:r>
            <a:r>
              <a:rPr lang="ru-RU" b="1" i="1" dirty="0"/>
              <a:t>Регистрация наблюдателя</a:t>
            </a:r>
            <a:endParaRPr lang="ru-RU" b="1" dirty="0"/>
          </a:p>
          <a:p>
            <a:pPr marL="0" indent="0" latinLnBrk="1">
              <a:buNone/>
            </a:pPr>
            <a:r>
              <a:rPr lang="en-US" dirty="0" err="1"/>
              <a:t>ContentObserver</a:t>
            </a:r>
            <a:r>
              <a:rPr lang="en-US" dirty="0"/>
              <a:t> observer = new </a:t>
            </a:r>
            <a:r>
              <a:rPr lang="en-US" dirty="0" err="1"/>
              <a:t>MyContentObserver</a:t>
            </a:r>
            <a:r>
              <a:rPr lang="en-US" dirty="0"/>
              <a:t>(new Handler());</a:t>
            </a:r>
            <a:endParaRPr lang="ru-RU" dirty="0"/>
          </a:p>
          <a:p>
            <a:pPr marL="0" indent="0" latinLnBrk="1">
              <a:buNone/>
            </a:pPr>
            <a:r>
              <a:rPr lang="en-US" dirty="0" err="1"/>
              <a:t>getContentResolver</a:t>
            </a:r>
            <a:r>
              <a:rPr lang="en-US" dirty="0"/>
              <a:t>().</a:t>
            </a:r>
            <a:r>
              <a:rPr lang="en-US" dirty="0" err="1"/>
              <a:t>registerContentObserver</a:t>
            </a:r>
            <a:r>
              <a:rPr lang="en-US" dirty="0"/>
              <a:t>(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CONTENT_URI, 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true, 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    </a:t>
            </a:r>
            <a:r>
              <a:rPr lang="en-US" dirty="0" smtClean="0"/>
              <a:t>observer);</a:t>
            </a:r>
            <a:endParaRPr lang="ru-RU" dirty="0"/>
          </a:p>
          <a:p>
            <a:pPr marL="0" indent="0" latinLnBrk="1">
              <a:buNone/>
            </a:pPr>
            <a:r>
              <a:rPr lang="en-US" dirty="0"/>
              <a:t> </a:t>
            </a:r>
            <a:endParaRPr lang="ru-RU" b="1" dirty="0"/>
          </a:p>
          <a:p>
            <a:pPr marL="0" indent="0" latinLnBrk="1">
              <a:buNone/>
            </a:pPr>
            <a:r>
              <a:rPr lang="en-US" b="1" i="1" dirty="0"/>
              <a:t>// </a:t>
            </a:r>
            <a:r>
              <a:rPr lang="ru-RU" b="1" i="1" dirty="0"/>
              <a:t>Не забыть отписаться</a:t>
            </a:r>
            <a:r>
              <a:rPr lang="en-US" b="1" i="1" dirty="0"/>
              <a:t>!</a:t>
            </a:r>
            <a:endParaRPr lang="ru-RU" b="1" dirty="0"/>
          </a:p>
          <a:p>
            <a:pPr marL="0" indent="0" latinLnBrk="1">
              <a:buNone/>
            </a:pPr>
            <a:r>
              <a:rPr lang="en-US" i="1" dirty="0"/>
              <a:t>// </a:t>
            </a:r>
            <a:r>
              <a:rPr lang="en-US" i="1" dirty="0" err="1"/>
              <a:t>getContentResolver</a:t>
            </a:r>
            <a:r>
              <a:rPr lang="en-US" i="1" dirty="0"/>
              <a:t>().</a:t>
            </a:r>
            <a:r>
              <a:rPr lang="en-US" i="1" dirty="0" err="1"/>
              <a:t>unregisterContentObserver</a:t>
            </a:r>
            <a:r>
              <a:rPr lang="en-US" i="1" dirty="0"/>
              <a:t>(observer</a:t>
            </a:r>
            <a:r>
              <a:rPr lang="en-US" i="1" dirty="0" smtClean="0"/>
              <a:t>);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475890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1492</Words>
  <Application>Microsoft Office PowerPoint</Application>
  <PresentationFormat>Широкоэкранный</PresentationFormat>
  <Paragraphs>292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Segoe UI</vt:lpstr>
      <vt:lpstr>Times New Roman</vt:lpstr>
      <vt:lpstr>Тема Office</vt:lpstr>
      <vt:lpstr>Пример текста ответа  </vt:lpstr>
      <vt:lpstr>Пример разработки Content Provider</vt:lpstr>
      <vt:lpstr>🔧 Создание собственного Content Provider </vt:lpstr>
      <vt:lpstr>. Базовый класс Content Provider </vt:lpstr>
      <vt:lpstr>3. Реализация CRUD операций</vt:lpstr>
      <vt:lpstr>insert</vt:lpstr>
      <vt:lpstr>update</vt:lpstr>
      <vt:lpstr>delete</vt:lpstr>
      <vt:lpstr>getType</vt:lpstr>
      <vt:lpstr>4. Вспомогательный класс базы данных </vt:lpstr>
      <vt:lpstr>🔍 Использование Content Provider 1. Доступ из того же приложения </vt:lpstr>
      <vt:lpstr>2. Доступ из другого приложения</vt:lpstr>
      <vt:lpstr> Безопасность и разрешения </vt:lpstr>
      <vt:lpstr>🔄 Content Observer для отслеживания изменений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Пример текста ответа  </dc:title>
  <dc:creator>Alexander Agafonov</dc:creator>
  <cp:lastModifiedBy>Alexander Agafonov</cp:lastModifiedBy>
  <cp:revision>2</cp:revision>
  <dcterms:created xsi:type="dcterms:W3CDTF">2026-01-23T08:41:59Z</dcterms:created>
  <dcterms:modified xsi:type="dcterms:W3CDTF">2026-01-23T08:45:11Z</dcterms:modified>
</cp:coreProperties>
</file>